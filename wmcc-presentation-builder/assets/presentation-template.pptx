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1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372fb41b69f45f4" /><Relationship Type="http://schemas.openxmlformats.org/officeDocument/2006/relationships/extended-properties" Target="/docProps/app.xml" Id="Rc108e75ef72d496d" /><Relationship Type="http://schemas.openxmlformats.org/officeDocument/2006/relationships/officeDocument" Target="/ppt/presentation.xml" Id="R013be98c87884ea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b54e9be57dc4611"/>
  </p:sldMasterIdLst>
  <p:notesMasterIdLst>
    <p:notesMasterId xmlns:r="http://schemas.openxmlformats.org/officeDocument/2006/relationships" r:id="R0788dfe956064bb2"/>
  </p:notesMasterIdLst>
  <p:sldIdLst>
    <p:sldId xmlns:r="http://schemas.openxmlformats.org/officeDocument/2006/relationships" id="256" r:id="Rb062d840b8304db2"/>
    <p:sldId xmlns:r="http://schemas.openxmlformats.org/officeDocument/2006/relationships" id="257" r:id="Ra8b17ff241b546fa"/>
    <p:sldId xmlns:r="http://schemas.openxmlformats.org/officeDocument/2006/relationships" id="258" r:id="R3cbd66957c7d45b6"/>
    <p:sldId xmlns:r="http://schemas.openxmlformats.org/officeDocument/2006/relationships" id="259" r:id="R1d24b49ef1394e33"/>
    <p:sldId xmlns:r="http://schemas.openxmlformats.org/officeDocument/2006/relationships" id="260" r:id="R74eeba09e70c414a"/>
    <p:sldId xmlns:r="http://schemas.openxmlformats.org/officeDocument/2006/relationships" id="261" r:id="R7366465bf9414192"/>
    <p:sldId xmlns:r="http://schemas.openxmlformats.org/officeDocument/2006/relationships" id="262" r:id="Rb5ef1f3480c64186"/>
    <p:sldId xmlns:r="http://schemas.openxmlformats.org/officeDocument/2006/relationships" id="263" r:id="Rfd6f56b977704b0d"/>
    <p:sldId xmlns:r="http://schemas.openxmlformats.org/officeDocument/2006/relationships" id="264" r:id="Rabb8351eb37146de"/>
    <p:sldId xmlns:r="http://schemas.openxmlformats.org/officeDocument/2006/relationships" id="265" r:id="R95f0fe48a4694ae3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51ef899d4f442bd" /><Relationship Type="http://schemas.openxmlformats.org/officeDocument/2006/relationships/slideMaster" Target="/ppt/slideMasters/slideMaster1.xml" Id="R2b54e9be57dc4611" /><Relationship Type="http://schemas.openxmlformats.org/officeDocument/2006/relationships/notesMaster" Target="/ppt/notesMasters/notesMaster1.xml" Id="R0788dfe956064bb2" /><Relationship Type="http://schemas.openxmlformats.org/officeDocument/2006/relationships/presProps" Target="/ppt/presProps.xml" Id="Rad4c325e72de46b2" /><Relationship Type="http://schemas.openxmlformats.org/officeDocument/2006/relationships/viewProps" Target="/ppt/viewProps.xml" Id="R5f073c0dc4c54bff" /><Relationship Type="http://schemas.openxmlformats.org/officeDocument/2006/relationships/tableStyles" Target="/ppt/tableStyles.xml" Id="R6f5c59cc46934964" /><Relationship Type="http://schemas.openxmlformats.org/officeDocument/2006/relationships/slide" Target="/ppt/slides/slide1.xml" Id="Rb062d840b8304db2" /><Relationship Type="http://schemas.openxmlformats.org/officeDocument/2006/relationships/slide" Target="/ppt/slides/slide2.xml" Id="Ra8b17ff241b546fa" /><Relationship Type="http://schemas.openxmlformats.org/officeDocument/2006/relationships/slide" Target="/ppt/slides/slide3.xml" Id="R3cbd66957c7d45b6" /><Relationship Type="http://schemas.openxmlformats.org/officeDocument/2006/relationships/slide" Target="/ppt/slides/slide4.xml" Id="R1d24b49ef1394e33" /><Relationship Type="http://schemas.openxmlformats.org/officeDocument/2006/relationships/slide" Target="/ppt/slides/slide5.xml" Id="R74eeba09e70c414a" /><Relationship Type="http://schemas.openxmlformats.org/officeDocument/2006/relationships/slide" Target="/ppt/slides/slide6.xml" Id="R7366465bf9414192" /><Relationship Type="http://schemas.openxmlformats.org/officeDocument/2006/relationships/slide" Target="/ppt/slides/slide7.xml" Id="Rb5ef1f3480c64186" /><Relationship Type="http://schemas.openxmlformats.org/officeDocument/2006/relationships/slide" Target="/ppt/slides/slide8.xml" Id="Rfd6f56b977704b0d" /><Relationship Type="http://schemas.openxmlformats.org/officeDocument/2006/relationships/slide" Target="/ppt/slides/slide9.xml" Id="Rabb8351eb37146de" /><Relationship Type="http://schemas.openxmlformats.org/officeDocument/2006/relationships/slide" Target="/ppt/slides/slide10.xml" Id="R95f0fe48a4694ae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1a6cff1eda74d4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69d98761d3e4efe" /><Relationship Type="http://schemas.openxmlformats.org/officeDocument/2006/relationships/notesMaster" Target="/ppt/notesMasters/notesMaster1.xml" Id="Rb594b26c0e824f0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197e61a92e94728" /><Relationship Type="http://schemas.openxmlformats.org/officeDocument/2006/relationships/notesMaster" Target="/ppt/notesMasters/notesMaster1.xml" Id="R095e67f635fc4b0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d8ba32f3519424f" /><Relationship Type="http://schemas.openxmlformats.org/officeDocument/2006/relationships/notesMaster" Target="/ppt/notesMasters/notesMaster1.xml" Id="R46b1636337034dd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c61b203992545d1" /><Relationship Type="http://schemas.openxmlformats.org/officeDocument/2006/relationships/notesMaster" Target="/ppt/notesMasters/notesMaster1.xml" Id="Rb89b67c2932b40a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b36bbab228a4b15" /><Relationship Type="http://schemas.openxmlformats.org/officeDocument/2006/relationships/notesMaster" Target="/ppt/notesMasters/notesMaster1.xml" Id="R1cb578b8199b49a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ea423fe6ff042aa" /><Relationship Type="http://schemas.openxmlformats.org/officeDocument/2006/relationships/notesMaster" Target="/ppt/notesMasters/notesMaster1.xml" Id="R56f7d52bb73644b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bd9f1b26a8f4b7f" /><Relationship Type="http://schemas.openxmlformats.org/officeDocument/2006/relationships/notesMaster" Target="/ppt/notesMasters/notesMaster1.xml" Id="R25ca702396934ff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341030c19444554" /><Relationship Type="http://schemas.openxmlformats.org/officeDocument/2006/relationships/notesMaster" Target="/ppt/notesMasters/notesMaster1.xml" Id="R206cd16ef4db41d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f83bbdcb986459d" /><Relationship Type="http://schemas.openxmlformats.org/officeDocument/2006/relationships/notesMaster" Target="/ppt/notesMasters/notesMaster1.xml" Id="R3852c1e4bdf84dd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aaae736ceef415c" /><Relationship Type="http://schemas.openxmlformats.org/officeDocument/2006/relationships/notesMaster" Target="/ppt/notesMasters/notesMaster1.xml" Id="Re80fa2adca924b2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fbbe508cbb44ea" /><Relationship Type="http://schemas.openxmlformats.org/officeDocument/2006/relationships/image" Target="/ppt/media/image2.png" Id="R95bdf2999cce4853" /><Relationship Type="http://schemas.openxmlformats.org/officeDocument/2006/relationships/image" Target="/ppt/media/image3.png" Id="R2a0d07031d8e449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cb56baad8246db" /><Relationship Type="http://schemas.openxmlformats.org/officeDocument/2006/relationships/image" Target="/ppt/media/image.png" Id="R64dbe69abc794be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889391e4dc4fb4" /><Relationship Type="http://schemas.openxmlformats.org/officeDocument/2006/relationships/image" Target="/ppt/media/image.png" Id="R8f66fabe29ca47a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cd39e08b4f4b38" /><Relationship Type="http://schemas.openxmlformats.org/officeDocument/2006/relationships/image" Target="/ppt/media/image4.png" Id="R4a482e302587478b" /><Relationship Type="http://schemas.openxmlformats.org/officeDocument/2006/relationships/image" Target="/ppt/media/image.png" Id="Rd0abae0f055e428b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0045F76F-BF5B-526A-FA7F-7D762C58B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" y="0"/>
            <a:ext cx="5570621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8" name="Picture 7">
            <a:extLst xmlns:a="http://schemas.openxmlformats.org/drawingml/2006/main">
              <a:ext uri="{FF2B5EF4-FFF2-40B4-BE49-F238E27FC236}">
                <a16:creationId xmlns:a16="http://schemas.microsoft.com/office/drawing/2014/main" id="{61923634-0A02-47CC-BCF6-9F7D2B6F832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bdf2999cce485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05587" y="1954445"/>
            <a:ext cx="4919247" cy="1668300"/>
          </a:xfrm>
          <a:prstGeom xmlns:a="http://schemas.openxmlformats.org/drawingml/2006/main" prst="rect">
            <a:avLst/>
          </a:prstGeom>
        </p:spPr>
      </p:pic>
      <p:pic>
        <p:nvPicPr>
          <p:cNvPr id="9" name="Picture 8">
            <a:extLst xmlns:a="http://schemas.openxmlformats.org/drawingml/2006/main">
              <a:ext uri="{FF2B5EF4-FFF2-40B4-BE49-F238E27FC236}">
                <a16:creationId xmlns:a16="http://schemas.microsoft.com/office/drawing/2014/main" id="{B7A7881C-1689-41FA-8917-6E11FF3EA93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a0d07031d8e449e"/>
          <a:srcRect xmlns:a="http://schemas.openxmlformats.org/drawingml/2006/main" l="0" t="0" r="29337" b="0"/>
          <a:stretch xmlns:a="http://schemas.openxmlformats.org/drawingml/2006/main"/>
        </p:blipFill>
        <p:spPr>
          <a:xfrm xmlns:a="http://schemas.openxmlformats.org/drawingml/2006/main">
            <a:off x="9341119" y="4842873"/>
            <a:ext cx="2850881" cy="2020012"/>
          </a:xfrm>
          <a:prstGeom xmlns:a="http://schemas.openxmlformats.org/drawingml/2006/main" prst="rect">
            <a:avLst/>
          </a:prstGeom>
        </p:spPr>
      </p:pic>
      <p:pic>
        <p:nvPicPr>
          <p:cNvPr id="10" name="Picture 9">
            <a:extLst xmlns:a="http://schemas.openxmlformats.org/drawingml/2006/main">
              <a:ext uri="{FF2B5EF4-FFF2-40B4-BE49-F238E27FC236}">
                <a16:creationId xmlns:a16="http://schemas.microsoft.com/office/drawing/2014/main" id="{1AB0659F-1FE4-4720-B9AC-E5DF530F084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a0d07031d8e449e"/>
          <a:srcRect xmlns:a="http://schemas.openxmlformats.org/drawingml/2006/main" l="0" t="0" r="29337" b="0"/>
          <a:stretch xmlns:a="http://schemas.openxmlformats.org/drawingml/2006/main"/>
        </p:blipFill>
        <p:spPr>
          <a:xfrm xmlns:a="http://schemas.openxmlformats.org/drawingml/2006/main" rot="10800000">
            <a:off x="-2" y="0"/>
            <a:ext cx="2850881" cy="2020012"/>
          </a:xfrm>
          <a:prstGeom xmlns:a="http://schemas.openxmlformats.org/drawingml/2006/main" prst="rect">
            <a:avLst/>
          </a:prstGeom>
        </p:spPr>
      </p:pic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09DDE5D-3AFB-4C63-B35C-ADB010E8209D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38546" y="2096655"/>
            <a:ext cx="5227782" cy="2346036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algn="ctr">
              <a:buNone/>
              <a:defRPr sz="4800"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71B43E84-A366-4647-9E4E-F137FC1764B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8546" y="4608944"/>
            <a:ext cx="5227782" cy="1605995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D9A4A8D-BA5F-46F6-823D-567C0EFCEE6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22AAF9A-E813-4854-B675-5F8210D55E71}" type="datetimeFigureOut">
              <a:t>10/21/2026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527F024-9FE2-4DE6-AEBC-5CF01517ED3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B8DBA1E-9DC3-4AEC-9110-39D73AB3674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A69F184-7BA7-4C17-BACB-868FFE6A6183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AE7C69F-10DD-45AA-B143-24CD7338736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88289" y="136526"/>
            <a:ext cx="10926619" cy="120274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F7423ED-78D6-466D-B518-531FD90D022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988290" y="1505526"/>
            <a:ext cx="10926619" cy="5215947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3600"/>
            </a:lvl1pPr>
            <a:lvl2pPr>
              <a:buNone/>
              <a:defRPr sz="3200"/>
            </a:lvl2pPr>
            <a:lvl3pPr>
              <a:buNone/>
              <a:defRPr sz="2800"/>
            </a:lvl3pPr>
            <a:lvl4pPr>
              <a:buNone/>
              <a:defRPr sz="2400"/>
            </a:lvl4pPr>
            <a:lvl5pPr>
              <a:buNone/>
              <a:defRPr sz="2400"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699458A-52C9-4E4A-8B4A-432B309A2C6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22AAF9A-E813-4854-B675-5F8210D55E71}" type="datetimeFigureOut">
              <a:t>10/21/2026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7CE3CDA-FBD8-4ED1-941D-BB0C697F6DC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B2C8457-3C49-4FDB-A180-8CAA3DEE404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A69F184-7BA7-4C17-BACB-868FFE6A6183}" type="slidenum">
              <a:t>‹#›</a:t>
            </a:fld>
            <a:endParaRPr/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84FCEC3E-3555-41F9-134E-0095DB67E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-3125664" y="3135948"/>
            <a:ext cx="6858001" cy="58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4834"/>
          </a:solidFill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600"/>
              </a:spcAft>
              <a:buNone/>
            </a:pPr>
            <a:r>
              <a:rPr sz="3200">
                <a:solidFill>
                  <a:prstClr val="white"/>
                </a:solidFill>
                <a:latin typeface="Dante"/>
                <a:ea typeface="Dante"/>
                <a:cs typeface="Dante"/>
              </a:rPr>
              <a:t>                   </a:t>
            </a:r>
          </a:p>
        </p:txBody>
      </p:sp>
      <p:pic>
        <p:nvPicPr>
          <p:cNvPr id="8" name="Picture 7">
            <a:extLst xmlns:a="http://schemas.openxmlformats.org/drawingml/2006/main">
              <a:ext uri="{FF2B5EF4-FFF2-40B4-BE49-F238E27FC236}">
                <a16:creationId xmlns:a16="http://schemas.microsoft.com/office/drawing/2014/main" id="{07BAB078-27C6-44A3-9EEE-D3232C998CB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dbe69abc794be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16200000">
            <a:off x="-472901" y="5275004"/>
            <a:ext cx="1503978" cy="499865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3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EF321C1-D604-4E90-9508-4DBF26016DB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13684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9CA77F6-F8CD-4826-AC40-B8CC30837C2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013684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B07895A-A437-4557-B604-C4D7D32B885E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347684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CDBDEA62-336D-4A12-BB3A-A24148ADF52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22AAF9A-E813-4854-B675-5F8210D55E71}" type="datetimeFigureOut">
              <a:t>10/21/2026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5861995C-BD95-433A-A8AD-8330970BAE5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30ABB472-8423-4476-B529-7123F3EC1D4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A69F184-7BA7-4C17-BACB-868FFE6A6183}" type="slidenum">
              <a:t>‹#›</a:t>
            </a:fld>
            <a:endParaRPr/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EEC93EC0-EF0E-E295-D41B-AA80C3F28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-3125664" y="3135948"/>
            <a:ext cx="6858001" cy="58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4834"/>
          </a:solidFill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600"/>
              </a:spcAft>
              <a:buNone/>
            </a:pPr>
            <a:r>
              <a:rPr sz="3200">
                <a:solidFill>
                  <a:prstClr val="white"/>
                </a:solidFill>
                <a:latin typeface="Dante"/>
                <a:ea typeface="Dante"/>
                <a:cs typeface="Dante"/>
              </a:rPr>
              <a:t>                   </a:t>
            </a:r>
          </a:p>
        </p:txBody>
      </p:sp>
      <p:pic>
        <p:nvPicPr>
          <p:cNvPr id="9" name="Picture 8">
            <a:extLst xmlns:a="http://schemas.openxmlformats.org/drawingml/2006/main">
              <a:ext uri="{FF2B5EF4-FFF2-40B4-BE49-F238E27FC236}">
                <a16:creationId xmlns:a16="http://schemas.microsoft.com/office/drawing/2014/main" id="{1052F2FC-57D7-4B8E-B1D9-9D1A7708121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66fabe29ca47a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16200000">
            <a:off x="-472901" y="5275004"/>
            <a:ext cx="1503978" cy="499865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4.xml><?xml version="1.0" encoding="utf-8"?>
<p:sldLayout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E8E04C16-654B-D0CA-3895-A7ED23939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211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>
              <a:lumMod val="25000"/>
            </a:schemeClr>
          </a:solidFill>
          <a:ln xmlns:a="http://schemas.openxmlformats.org/drawingml/2006/main">
            <a:solidFill>
              <a:schemeClr val="bg2">
                <a:lumMod val="25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162E43A-F08F-4739-9AA6-E5055CE07A7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692931" y="428048"/>
            <a:ext cx="8288182" cy="2852737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>
              <a:buNone/>
              <a:defRPr sz="5400"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7D61FA9-B6DD-4EDB-A9E0-687B91D2C4D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22AAF9A-E813-4854-B675-5F8210D55E71}" type="datetimeFigureOut">
              <a:t>10/21/2026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83FCB0-13B7-4AB6-AE32-8CB08A3EB59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250461A-C83A-48AD-9B07-98B38E6F894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1609725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A69F184-7BA7-4C17-BACB-868FFE6A6183}" type="slidenum">
              <a:t>‹#›</a:t>
            </a:fld>
            <a:endParaRPr/>
          </a:p>
        </p:txBody>
      </p:sp>
      <p:pic>
        <p:nvPicPr>
          <p:cNvPr id="18" name="Picture 17">
            <a:extLst xmlns:a="http://schemas.openxmlformats.org/drawingml/2006/main">
              <a:ext uri="{FF2B5EF4-FFF2-40B4-BE49-F238E27FC236}">
                <a16:creationId xmlns:a16="http://schemas.microsoft.com/office/drawing/2014/main" id="{A73A6497-7D92-46E1-BBE0-EDA002240EB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482e302587478b"/>
          <a:srcRect xmlns:a="http://schemas.openxmlformats.org/drawingml/2006/main" l="17048" t="44927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3039372" cy="2014538"/>
          </a:xfrm>
          <a:prstGeom xmlns:a="http://schemas.openxmlformats.org/drawingml/2006/main" prst="rect">
            <a:avLst/>
          </a:prstGeom>
        </p:spPr>
      </p:pic>
      <p:pic>
        <p:nvPicPr>
          <p:cNvPr id="20" name="Picture 19">
            <a:extLst xmlns:a="http://schemas.openxmlformats.org/drawingml/2006/main">
              <a:ext uri="{FF2B5EF4-FFF2-40B4-BE49-F238E27FC236}">
                <a16:creationId xmlns:a16="http://schemas.microsoft.com/office/drawing/2014/main" id="{20C84B26-91E5-43C9-8497-95DCD22616B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482e302587478b"/>
          <a:srcRect xmlns:a="http://schemas.openxmlformats.org/drawingml/2006/main" l="17048" t="44927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10800000">
            <a:off x="9157839" y="4843462"/>
            <a:ext cx="3039372" cy="2014538"/>
          </a:xfrm>
          <a:prstGeom xmlns:a="http://schemas.openxmlformats.org/drawingml/2006/main" prst="rect">
            <a:avLst/>
          </a:prstGeom>
        </p:spPr>
      </p:pic>
      <p:pic>
        <p:nvPicPr>
          <p:cNvPr id="8" name="Picture 7">
            <a:extLst xmlns:a="http://schemas.openxmlformats.org/drawingml/2006/main">
              <a:ext uri="{FF2B5EF4-FFF2-40B4-BE49-F238E27FC236}">
                <a16:creationId xmlns:a16="http://schemas.microsoft.com/office/drawing/2014/main" id="{E80AD7E7-7556-4F90-9B46-7C8D7F705FE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abae0f055e428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301525" y="6116638"/>
            <a:ext cx="1729361" cy="574774"/>
          </a:xfrm>
          <a:prstGeom xmlns:a="http://schemas.openxmlformats.org/drawingml/2006/main" prst="rect">
            <a:avLst/>
          </a:prstGeom>
        </p:spPr>
      </p:pic>
      <p:sp>
        <p:nvSpPr>
          <p:cNvPr id="24" name="Straight Connector 23">
            <a:extLst xmlns:a="http://schemas.openxmlformats.org/drawingml/2006/main">
              <a:ext uri="{FF2B5EF4-FFF2-40B4-BE49-F238E27FC236}">
                <a16:creationId xmlns:a16="http://schemas.microsoft.com/office/drawing/2014/main" id="{2E71B15F-D8C2-47CC-A3F5-7CCE8935D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3129994" y="3520439"/>
            <a:ext cx="7414056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chemeClr val="bg2">
                <a:lumMod val="7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503646D7-BED2-3152-F87C-C83C0746831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755729" y="3760094"/>
            <a:ext cx="5227782" cy="1605995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1ad7dea4898c4201" /><Relationship Type="http://schemas.openxmlformats.org/officeDocument/2006/relationships/theme" Target="/ppt/slideMasters/theme/theme2.xml" Id="Rd28a422b2cc54cc8" /><Relationship Type="http://schemas.openxmlformats.org/officeDocument/2006/relationships/slideLayout" Target="/ppt/slideLayouts/slideLayout1.xml" Id="R304744d7f85f4b39" /><Relationship Type="http://schemas.openxmlformats.org/officeDocument/2006/relationships/slideLayout" Target="/ppt/slideLayouts/slideLayout2.xml" Id="Raf1dba9704bb4d98" /><Relationship Type="http://schemas.openxmlformats.org/officeDocument/2006/relationships/slideLayout" Target="/ppt/slideLayouts/slideLayout3.xml" Id="R4672123a02d7420c" /><Relationship Type="http://schemas.openxmlformats.org/officeDocument/2006/relationships/slideLayout" Target="/ppt/slideLayouts/slideLayout4.xml" Id="R3b3f421136884a7b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A423F3FA-F629-48A3-899A-14D7AF8C080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2DBA70A-9626-48CC-8602-D968AD72414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F8F495C-FB83-4719-B3A5-D2D565D0FAD2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22AAF9A-E813-4854-B675-5F8210D55E71}" type="datetimeFigureOut">
              <a:t>10/21/2026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AFEAFE6-725B-431B-B0F1-C16625B9A6B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6B9C4AF-6FFD-4174-AED1-7A1EC61682D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4A69F184-7BA7-4C17-BACB-868FFE6A6183}" type="slidenum">
              <a:t>‹#›</a:t>
            </a:fld>
            <a:endParaRPr/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BC4DC29-025C-5137-3E92-9848ADC2B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-3134542" y="3135948"/>
            <a:ext cx="6858001" cy="58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4834"/>
          </a:solidFill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600"/>
              </a:spcAft>
              <a:buNone/>
            </a:pPr>
            <a:r>
              <a:rPr sz="3200">
                <a:solidFill>
                  <a:prstClr val="white"/>
                </a:solidFill>
                <a:latin typeface="Dante"/>
                <a:ea typeface="Dante"/>
                <a:cs typeface="Dante"/>
              </a:rPr>
              <a:t>                   </a:t>
            </a:r>
          </a:p>
        </p:txBody>
      </p:sp>
      <p:pic>
        <p:nvPicPr>
          <p:cNvPr id="10" name="Picture 9">
            <a:extLst xmlns:a="http://schemas.openxmlformats.org/drawingml/2006/main">
              <a:ext uri="{FF2B5EF4-FFF2-40B4-BE49-F238E27FC236}">
                <a16:creationId xmlns:a16="http://schemas.microsoft.com/office/drawing/2014/main" id="{99A6B8D7-CC5B-4B8B-BDBF-EF09727A557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d7dea4898c420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16200000">
            <a:off x="-472901" y="5275004"/>
            <a:ext cx="1503978" cy="499865"/>
          </a:xfrm>
          <a:prstGeom xmlns:a="http://schemas.openxmlformats.org/drawingml/2006/main"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04744d7f85f4b39"/>
    <p:sldLayoutId xmlns:r="http://schemas.openxmlformats.org/officeDocument/2006/relationships" id="2147483650" r:id="Raf1dba9704bb4d98"/>
    <p:sldLayoutId xmlns:r="http://schemas.openxmlformats.org/officeDocument/2006/relationships" id="2147483651" r:id="R4672123a02d7420c"/>
    <p:sldLayoutId xmlns:r="http://schemas.openxmlformats.org/officeDocument/2006/relationships" id="2147483652" r:id="R3b3f421136884a7b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8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36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047f37abc74cb9" /><Relationship Type="http://schemas.openxmlformats.org/officeDocument/2006/relationships/notesSlide" Target="/ppt/notesSlides/notesSlide1.xml" Id="R8f27ef57f47a48e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5fdc8f8ced94f76" /><Relationship Type="http://schemas.openxmlformats.org/officeDocument/2006/relationships/notesSlide" Target="/ppt/notesSlides/notesSlide2.xml" Id="R740f7acd292d4bf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116faa0decdc44f6" /><Relationship Type="http://schemas.openxmlformats.org/officeDocument/2006/relationships/notesSlide" Target="/ppt/notesSlides/notesSlide3.xml" Id="R737aca5414b9409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66518330b5b4df6" /><Relationship Type="http://schemas.openxmlformats.org/officeDocument/2006/relationships/notesSlide" Target="/ppt/notesSlides/notesSlide4.xml" Id="Rbc3035da35cb418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44550f9bc2d4a94" /><Relationship Type="http://schemas.openxmlformats.org/officeDocument/2006/relationships/notesSlide" Target="/ppt/notesSlides/notesSlide5.xml" Id="R0e801ed5afa749d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1688f7c0ec4465b" /><Relationship Type="http://schemas.openxmlformats.org/officeDocument/2006/relationships/notesSlide" Target="/ppt/notesSlides/notesSlide6.xml" Id="R6b4bcf838c69449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d699636f3af40e1" /><Relationship Type="http://schemas.openxmlformats.org/officeDocument/2006/relationships/notesSlide" Target="/ppt/notesSlides/notesSlide7.xml" Id="R84654c73911f476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473cfb514614101" /><Relationship Type="http://schemas.openxmlformats.org/officeDocument/2006/relationships/notesSlide" Target="/ppt/notesSlides/notesSlide8.xml" Id="R8b08d9f953c949d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a0ab48927b94541" /><Relationship Type="http://schemas.openxmlformats.org/officeDocument/2006/relationships/chart" Target="/ppt/slides/charts/chart1.xml" Id="Rfa5aa15a0fdf43ee" /><Relationship Type="http://schemas.openxmlformats.org/officeDocument/2006/relationships/notesSlide" Target="/ppt/notesSlides/notesSlide9.xml" Id="Rea6e6a52ffc3424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e8327685b834183" /><Relationship Type="http://schemas.openxmlformats.org/officeDocument/2006/relationships/notesSlide" Target="/ppt/notesSlides/notesSlide10.xml" Id="R79ef0c418e3d4bf6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Example measure</c:v>
          </c:tx>
          <c:spPr>
            <a:solidFill xmlns:a="http://schemas.openxmlformats.org/drawingml/2006/main">
              <a:srgbClr val="004833"/>
            </a:solidFill>
          </c:spPr>
          <c:invertIfNegative val="0"/>
          <c:cat>
            <c:strLit>
              <c:ptCount val="4"/>
              <c:pt idx="0">
                <c:v>Stage 1</c:v>
              </c:pt>
              <c:pt idx="1">
                <c:v>Stage 2</c:v>
              </c:pt>
              <c:pt idx="2">
                <c:v>Stage 3</c:v>
              </c:pt>
              <c:pt idx="3">
                <c:v>Stage 4</c:v>
              </c:pt>
            </c:strLit>
          </c:cat>
          <c:val>
            <c:numLit>
              <c:formatCode>General</c:formatCode>
              <c:ptCount val="4"/>
              <c:pt idx="0">
                <c:v>28</c:v>
              </c:pt>
              <c:pt idx="1">
                <c:v>43</c:v>
              </c:pt>
              <c:pt idx="2">
                <c:v>61</c:v>
              </c:pt>
              <c:pt idx="3">
                <c:v>74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000000"/>
                  </a:solidFill>
                  <a:latin typeface="Calibri"/>
                  <a:ea typeface="Calibri"/>
                  <a:cs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8C8C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</c:catAx>
      <c:valAx>
        <c:axId val="48672768"/>
        <c:scaling>
          <c:orientation val="minMax"/>
          <c:max val="8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6E6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F7F7F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Between val="between"/>
        <c:majorUnit val="2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314" name="Title 1">
            <a:extLst xmlns:a="http://schemas.openxmlformats.org/drawingml/2006/main">
              <a:ext uri="{FF2B5EF4-FFF2-40B4-BE49-F238E27FC236}">
                <a16:creationId xmlns:a16="http://schemas.microsoft.com/office/drawing/2014/main" id="{66CDAC5A-8483-4AD8-82D5-D01DF692CDA5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38546" y="2557261"/>
            <a:ext cx="5227782" cy="1927190"/>
          </a:xfrm>
        </p:spPr>
        <p:txBody>
          <a:bodyPr xmlns:a="http://schemas.openxmlformats.org/drawingml/2006/main" vert="horz" wrap="square" lIns="91440" tIns="45720" rIns="91440" bIns="45720" anchor="b">
            <a:normAutofit/>
          </a:bodyPr>
          <a:lstStyle xmlns:a="http://schemas.openxmlformats.org/drawingml/2006/main"/>
          <a:p xmlns:a="http://schemas.openxmlformats.org/drawingml/2006/main">
            <a:r>
              <a:t>AI Fundamentals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6BC09CBB-CACC-49A4-A9A5-D829861C95D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Week 1</a:t>
            </a:r>
          </a:p>
        </p:txBody>
      </p:sp>
    </p:spTree>
    <p:extLst>
      <p:ext uri="{BB962C8B-B14F-4D97-AF65-F5344CB8AC3E}">
        <p14:creationId xmlns:p14="http://schemas.microsoft.com/office/powerpoint/2010/main" val="75947096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1C67B53-0A8E-927A-F8C3-C7822411A29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Outline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12B6146-E722-7D3A-9A45-0423C249DE3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529542" y="1828800"/>
            <a:ext cx="10385367" cy="489267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742950" indent="-742950">
              <a:buFont typeface="+mj-lt"/>
              <a:buAutoNum type="arabicPeriod"/>
            </a:pPr>
            <a:r>
              <a:t>AI Systems – More than just chatbots</a:t>
            </a:r>
          </a:p>
          <a:p xmlns:a="http://schemas.openxmlformats.org/drawingml/2006/main">
            <a:pPr marL="742950" indent="-742950">
              <a:buFont typeface="+mj-lt"/>
              <a:buAutoNum type="arabicPeriod"/>
            </a:pPr>
            <a:r>
              <a:t>Frontier Models – The latest and greatest</a:t>
            </a:r>
          </a:p>
          <a:p xmlns:a="http://schemas.openxmlformats.org/drawingml/2006/main">
            <a:pPr marL="742950" indent="-742950">
              <a:buFont typeface="+mj-lt"/>
              <a:buAutoNum type="arabicPeriod"/>
            </a:pPr>
            <a:r>
              <a:t>Concerns with AI – Bias and Privacy basics</a:t>
            </a:r>
          </a:p>
          <a:p xmlns:a="http://schemas.openxmlformats.org/drawingml/2006/main">
            <a:pPr marL="742950" indent="-742950">
              <a:buFont typeface="+mj-lt"/>
              <a:buAutoNum type="arabicPeriod"/>
            </a:pPr>
            <a:r>
              <a:t>Who Pays for AI?</a:t>
            </a:r>
          </a:p>
        </p:txBody>
      </p:sp>
    </p:spTree>
    <p:extLst>
      <p:ext uri="{BB962C8B-B14F-4D97-AF65-F5344CB8AC3E}">
        <p14:creationId xmlns:p14="http://schemas.microsoft.com/office/powerpoint/2010/main" val="362258009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F1BDEB3-5722-5C96-FAAE-C09014DDFC0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43250" y="1695450"/>
            <a:ext cx="7524750" cy="1428750"/>
          </a:xfr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540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defPPr>
            <a:lvl1pPr algn="l">
              <a:defRPr sz="540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lvl1pPr>
            <a:lvl2pPr algn="l">
              <a:defRPr sz="540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lvl2pPr>
            <a:lvl3pPr algn="l">
              <a:defRPr sz="540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lvl3pPr>
            <a:lvl4pPr algn="l">
              <a:defRPr sz="540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lvl4pPr>
            <a:lvl5pPr algn="l">
              <a:defRPr sz="540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lvl5pPr>
            <a:lvl6pPr algn="l">
              <a:defRPr sz="540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lvl6pPr>
            <a:lvl7pPr algn="l">
              <a:defRPr sz="540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lvl7pPr>
            <a:lvl8pPr algn="l">
              <a:defRPr sz="540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lvl8pPr>
            <a:lvl9pPr algn="l">
              <a:defRPr sz="540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lvl9pPr>
          </a:lstStyle>
          <a:p xmlns:a="http://schemas.openxmlformats.org/drawingml/2006/main">
            <a:pPr algn="l">
              <a:defRPr sz="540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540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What is AI?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BB5A6D2B-BBCF-284E-4A9D-7F90433388C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143250" y="3714750"/>
            <a:ext cx="7239000" cy="666750"/>
          </a:xfr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l"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l"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l"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l"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l"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l"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l"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l"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l"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What isn’t AI?</a:t>
            </a:r>
          </a:p>
        </p:txBody>
      </p:sp>
      <p:sp>
        <p:nvSpPr>
          <p:cNvPr id="4" name="section-green-accent">
            <a:extLst xmlns:a="http://schemas.openxmlformats.org/drawingml/2006/main">
              <a:ext uri="{FF2B5EF4-FFF2-40B4-BE49-F238E27FC236}">
                <a16:creationId xmlns:a16="http://schemas.microsoft.com/office/drawing/2014/main" id="{DA53FAB0-D2FA-42C9-9DB1-305568C96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476625"/>
            <a:ext cx="161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4834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58772875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ample-title">
            <a:extLst xmlns:a="http://schemas.openxmlformats.org/drawingml/2006/main">
              <a:ext uri="{FF2B5EF4-FFF2-40B4-BE49-F238E27FC236}">
                <a16:creationId xmlns:a16="http://schemas.microsoft.com/office/drawing/2014/main" id="{AAD441CA-48BB-4316-8796-D4586536D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1038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3600">
                <a:solidFill>
                  <a:srgbClr val="000000"/>
                </a:solidFill>
                <a:latin typeface="Calibri Light"/>
                <a:ea typeface="Calibri Light"/>
                <a:cs typeface="Calibri Light"/>
              </a:defRPr>
            </a:defPPr>
            <a:lvl1pPr>
              <a:defRPr sz="3600">
                <a:solidFill>
                  <a:srgbClr val="000000"/>
                </a:solidFill>
                <a:latin typeface="Calibri Light"/>
                <a:ea typeface="Calibri Light"/>
                <a:cs typeface="Calibri Light"/>
              </a:defRPr>
            </a:lvl1pPr>
            <a:lvl2pPr>
              <a:defRPr sz="3600">
                <a:solidFill>
                  <a:srgbClr val="000000"/>
                </a:solidFill>
                <a:latin typeface="Calibri Light"/>
                <a:ea typeface="Calibri Light"/>
                <a:cs typeface="Calibri Light"/>
              </a:defRPr>
            </a:lvl2pPr>
            <a:lvl3pPr>
              <a:defRPr sz="3600">
                <a:solidFill>
                  <a:srgbClr val="000000"/>
                </a:solidFill>
                <a:latin typeface="Calibri Light"/>
                <a:ea typeface="Calibri Light"/>
                <a:cs typeface="Calibri Light"/>
              </a:defRPr>
            </a:lvl3pPr>
            <a:lvl4pPr>
              <a:defRPr sz="3600">
                <a:solidFill>
                  <a:srgbClr val="000000"/>
                </a:solidFill>
                <a:latin typeface="Calibri Light"/>
                <a:ea typeface="Calibri Light"/>
                <a:cs typeface="Calibri Light"/>
              </a:defRPr>
            </a:lvl4pPr>
            <a:lvl5pPr>
              <a:defRPr sz="3600">
                <a:solidFill>
                  <a:srgbClr val="000000"/>
                </a:solidFill>
                <a:latin typeface="Calibri Light"/>
                <a:ea typeface="Calibri Light"/>
                <a:cs typeface="Calibri Light"/>
              </a:defRPr>
            </a:lvl5pPr>
            <a:lvl6pPr>
              <a:defRPr sz="3600">
                <a:solidFill>
                  <a:srgbClr val="000000"/>
                </a:solidFill>
                <a:latin typeface="Calibri Light"/>
                <a:ea typeface="Calibri Light"/>
                <a:cs typeface="Calibri Light"/>
              </a:defRPr>
            </a:lvl6pPr>
            <a:lvl7pPr>
              <a:defRPr sz="3600">
                <a:solidFill>
                  <a:srgbClr val="000000"/>
                </a:solidFill>
                <a:latin typeface="Calibri Light"/>
                <a:ea typeface="Calibri Light"/>
                <a:cs typeface="Calibri Light"/>
              </a:defRPr>
            </a:lvl7pPr>
            <a:lvl8pPr>
              <a:defRPr sz="3600">
                <a:solidFill>
                  <a:srgbClr val="000000"/>
                </a:solidFill>
                <a:latin typeface="Calibri Light"/>
                <a:ea typeface="Calibri Light"/>
                <a:cs typeface="Calibri Light"/>
              </a:defRPr>
            </a:lvl8pPr>
            <a:lvl9pPr>
              <a:defRPr sz="3600">
                <a:solidFill>
                  <a:srgbClr val="000000"/>
                </a:solidFill>
                <a:latin typeface="Calibri Light"/>
                <a:ea typeface="Calibri Light"/>
                <a:cs typeface="Calibri Light"/>
              </a:defRPr>
            </a:lvl9pPr>
          </a:lstStyle>
          <a:p xmlns:a="http://schemas.openxmlformats.org/drawingml/2006/main">
            <a:pPr>
              <a:defRPr sz="3600">
                <a:solidFill>
                  <a:srgbClr val="000000"/>
                </a:solidFill>
                <a:latin typeface="Calibri Light"/>
                <a:ea typeface="Calibri Light"/>
                <a:cs typeface="Calibri Light"/>
              </a:defRPr>
            </a:pPr>
            <a:r>
              <a:rPr sz="3600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Standard content</a:t>
            </a:r>
          </a:p>
        </p:txBody>
      </p:sp>
      <p:sp>
        <p:nvSpPr>
          <p:cNvPr id="2" name="standard-introduction">
            <a:extLst xmlns:a="http://schemas.openxmlformats.org/drawingml/2006/main">
              <a:ext uri="{FF2B5EF4-FFF2-40B4-BE49-F238E27FC236}">
                <a16:creationId xmlns:a16="http://schemas.microsoft.com/office/drawing/2014/main" id="{E84D7D28-6D39-425D-96DF-7D125C016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219200"/>
            <a:ext cx="962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7F7F7F"/>
                </a:solidFill>
                <a:latin typeface="Calibri"/>
                <a:ea typeface="Calibri"/>
                <a:cs typeface="Calibri"/>
              </a:defRPr>
            </a:defPPr>
            <a:lvl1pPr>
              <a:defRPr sz="2025">
                <a:solidFill>
                  <a:srgbClr val="7F7F7F"/>
                </a:solidFill>
                <a:latin typeface="Calibri"/>
                <a:ea typeface="Calibri"/>
                <a:cs typeface="Calibri"/>
              </a:defRPr>
            </a:lvl1pPr>
            <a:lvl2pPr>
              <a:defRPr sz="2025">
                <a:solidFill>
                  <a:srgbClr val="7F7F7F"/>
                </a:solidFill>
                <a:latin typeface="Calibri"/>
                <a:ea typeface="Calibri"/>
                <a:cs typeface="Calibri"/>
              </a:defRPr>
            </a:lvl2pPr>
            <a:lvl3pPr>
              <a:defRPr sz="2025">
                <a:solidFill>
                  <a:srgbClr val="7F7F7F"/>
                </a:solidFill>
                <a:latin typeface="Calibri"/>
                <a:ea typeface="Calibri"/>
                <a:cs typeface="Calibri"/>
              </a:defRPr>
            </a:lvl3pPr>
            <a:lvl4pPr>
              <a:defRPr sz="2025">
                <a:solidFill>
                  <a:srgbClr val="7F7F7F"/>
                </a:solidFill>
                <a:latin typeface="Calibri"/>
                <a:ea typeface="Calibri"/>
                <a:cs typeface="Calibri"/>
              </a:defRPr>
            </a:lvl4pPr>
            <a:lvl5pPr>
              <a:defRPr sz="2025">
                <a:solidFill>
                  <a:srgbClr val="7F7F7F"/>
                </a:solidFill>
                <a:latin typeface="Calibri"/>
                <a:ea typeface="Calibri"/>
                <a:cs typeface="Calibri"/>
              </a:defRPr>
            </a:lvl5pPr>
            <a:lvl6pPr>
              <a:defRPr sz="2025">
                <a:solidFill>
                  <a:srgbClr val="7F7F7F"/>
                </a:solidFill>
                <a:latin typeface="Calibri"/>
                <a:ea typeface="Calibri"/>
                <a:cs typeface="Calibri"/>
              </a:defRPr>
            </a:lvl6pPr>
            <a:lvl7pPr>
              <a:defRPr sz="2025">
                <a:solidFill>
                  <a:srgbClr val="7F7F7F"/>
                </a:solidFill>
                <a:latin typeface="Calibri"/>
                <a:ea typeface="Calibri"/>
                <a:cs typeface="Calibri"/>
              </a:defRPr>
            </a:lvl7pPr>
            <a:lvl8pPr>
              <a:defRPr sz="2025">
                <a:solidFill>
                  <a:srgbClr val="7F7F7F"/>
                </a:solidFill>
                <a:latin typeface="Calibri"/>
                <a:ea typeface="Calibri"/>
                <a:cs typeface="Calibri"/>
              </a:defRPr>
            </a:lvl8pPr>
            <a:lvl9pPr>
              <a:defRPr sz="2025">
                <a:solidFill>
                  <a:srgbClr val="7F7F7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025">
                <a:solidFill>
                  <a:srgbClr val="7F7F7F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7F7F7F"/>
                </a:solidFill>
                <a:latin typeface="Calibri"/>
                <a:ea typeface="Calibri"/>
                <a:cs typeface="Calibri"/>
              </a:rPr>
              <a:t>Use this layout for explanations, definitions, and core teaching points.</a:t>
            </a:r>
          </a:p>
        </p:txBody>
      </p:sp>
      <p:sp>
        <p:nvSpPr>
          <p:cNvPr id="3" name="standard-bullets">
            <a:extLst xmlns:a="http://schemas.openxmlformats.org/drawingml/2006/main">
              <a:ext uri="{FF2B5EF4-FFF2-40B4-BE49-F238E27FC236}">
                <a16:creationId xmlns:a16="http://schemas.microsoft.com/office/drawing/2014/main" id="{751723E0-6572-447D-9C82-33C60FDC2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1952625"/>
            <a:ext cx="942975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3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  <a:lvl1pPr>
              <a:defRPr sz="23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1pPr>
            <a:lvl2pPr>
              <a:defRPr sz="23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2pPr>
            <a:lvl3pPr>
              <a:defRPr sz="23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3pPr>
            <a:lvl4pPr>
              <a:defRPr sz="23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4pPr>
            <a:lvl5pPr>
              <a:defRPr sz="23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5pPr>
            <a:lvl6pPr>
              <a:defRPr sz="23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6pPr>
            <a:lvl7pPr>
              <a:defRPr sz="23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7pPr>
            <a:lvl8pPr>
              <a:defRPr sz="23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8pPr>
            <a:lvl9pPr>
              <a:defRPr sz="23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254000" indent="-127000">
              <a:spcAft>
                <a:spcPts val="1500"/>
              </a:spcAft>
              <a:buChar char="•"/>
              <a:defRPr sz="23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32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Present three or four meaningful points rather than a single line</a:t>
            </a:r>
          </a:p>
          <a:p xmlns:a="http://schemas.openxmlformats.org/drawingml/2006/main">
            <a:pPr marL="254000" indent="-127000">
              <a:spcAft>
                <a:spcPts val="1500"/>
              </a:spcAft>
              <a:buChar char="•"/>
              <a:defRPr sz="23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32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Allow brief explanation when a concept needs context</a:t>
            </a:r>
          </a:p>
          <a:p xmlns:a="http://schemas.openxmlformats.org/drawingml/2006/main">
            <a:pPr marL="254000" indent="-127000">
              <a:spcAft>
                <a:spcPts val="1500"/>
              </a:spcAft>
              <a:buChar char="•"/>
              <a:defRPr sz="23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32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Keep text large enough for classroom projection</a:t>
            </a:r>
          </a:p>
          <a:p xmlns:a="http://schemas.openxmlformats.org/drawingml/2006/main">
            <a:pPr marL="254000" indent="-127000">
              <a:spcAft>
                <a:spcPts val="1500"/>
              </a:spcAft>
              <a:buChar char="•"/>
              <a:defRPr sz="23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32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Move supporting detail and references into speaker notes</a:t>
            </a:r>
          </a:p>
        </p:txBody>
      </p:sp>
    </p:spTree>
    <p:extLst>
      <p:ext uri="{BB962C8B-B14F-4D97-AF65-F5344CB8AC3E}">
        <p14:creationId xmlns:p14="http://schemas.microsoft.com/office/powerpoint/2010/main" val="19647432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ample-title">
            <a:extLst xmlns:a="http://schemas.openxmlformats.org/drawingml/2006/main">
              <a:ext uri="{FF2B5EF4-FFF2-40B4-BE49-F238E27FC236}">
                <a16:creationId xmlns:a16="http://schemas.microsoft.com/office/drawing/2014/main" id="{BA7D0EF1-9D4C-4178-8E19-3982BA91B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1038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3600">
                <a:solidFill>
                  <a:srgbClr val="000000"/>
                </a:solidFill>
                <a:latin typeface="Calibri Light"/>
                <a:ea typeface="Calibri Light"/>
                <a:cs typeface="Calibri Light"/>
              </a:defRPr>
            </a:defPPr>
            <a:lvl1pPr>
              <a:defRPr sz="3600">
                <a:solidFill>
                  <a:srgbClr val="000000"/>
                </a:solidFill>
                <a:latin typeface="Calibri Light"/>
                <a:ea typeface="Calibri Light"/>
                <a:cs typeface="Calibri Light"/>
              </a:defRPr>
            </a:lvl1pPr>
            <a:lvl2pPr>
              <a:defRPr sz="3600">
                <a:solidFill>
                  <a:srgbClr val="000000"/>
                </a:solidFill>
                <a:latin typeface="Calibri Light"/>
                <a:ea typeface="Calibri Light"/>
                <a:cs typeface="Calibri Light"/>
              </a:defRPr>
            </a:lvl2pPr>
            <a:lvl3pPr>
              <a:defRPr sz="3600">
                <a:solidFill>
                  <a:srgbClr val="000000"/>
                </a:solidFill>
                <a:latin typeface="Calibri Light"/>
                <a:ea typeface="Calibri Light"/>
                <a:cs typeface="Calibri Light"/>
              </a:defRPr>
            </a:lvl3pPr>
            <a:lvl4pPr>
              <a:defRPr sz="3600">
                <a:solidFill>
                  <a:srgbClr val="000000"/>
                </a:solidFill>
                <a:latin typeface="Calibri Light"/>
                <a:ea typeface="Calibri Light"/>
                <a:cs typeface="Calibri Light"/>
              </a:defRPr>
            </a:lvl4pPr>
            <a:lvl5pPr>
              <a:defRPr sz="3600">
                <a:solidFill>
                  <a:srgbClr val="000000"/>
                </a:solidFill>
                <a:latin typeface="Calibri Light"/>
                <a:ea typeface="Calibri Light"/>
                <a:cs typeface="Calibri Light"/>
              </a:defRPr>
            </a:lvl5pPr>
            <a:lvl6pPr>
              <a:defRPr sz="3600">
                <a:solidFill>
                  <a:srgbClr val="000000"/>
                </a:solidFill>
                <a:latin typeface="Calibri Light"/>
                <a:ea typeface="Calibri Light"/>
                <a:cs typeface="Calibri Light"/>
              </a:defRPr>
            </a:lvl6pPr>
            <a:lvl7pPr>
              <a:defRPr sz="3600">
                <a:solidFill>
                  <a:srgbClr val="000000"/>
                </a:solidFill>
                <a:latin typeface="Calibri Light"/>
                <a:ea typeface="Calibri Light"/>
                <a:cs typeface="Calibri Light"/>
              </a:defRPr>
            </a:lvl7pPr>
            <a:lvl8pPr>
              <a:defRPr sz="3600">
                <a:solidFill>
                  <a:srgbClr val="000000"/>
                </a:solidFill>
                <a:latin typeface="Calibri Light"/>
                <a:ea typeface="Calibri Light"/>
                <a:cs typeface="Calibri Light"/>
              </a:defRPr>
            </a:lvl8pPr>
            <a:lvl9pPr>
              <a:defRPr sz="3600">
                <a:solidFill>
                  <a:srgbClr val="000000"/>
                </a:solidFill>
                <a:latin typeface="Calibri Light"/>
                <a:ea typeface="Calibri Light"/>
                <a:cs typeface="Calibri Light"/>
              </a:defRPr>
            </a:lvl9pPr>
          </a:lstStyle>
          <a:p xmlns:a="http://schemas.openxmlformats.org/drawingml/2006/main">
            <a:pPr>
              <a:defRPr sz="3600">
                <a:solidFill>
                  <a:srgbClr val="000000"/>
                </a:solidFill>
                <a:latin typeface="Calibri Light"/>
                <a:ea typeface="Calibri Light"/>
                <a:cs typeface="Calibri Light"/>
              </a:defRPr>
            </a:pPr>
            <a:r>
              <a:rPr sz="3600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Two-column comparison</a:t>
            </a:r>
          </a:p>
        </p:txBody>
      </p:sp>
      <p:sp>
        <p:nvSpPr>
          <p:cNvPr id="2" name="left-column-heading">
            <a:extLst xmlns:a="http://schemas.openxmlformats.org/drawingml/2006/main">
              <a:ext uri="{FF2B5EF4-FFF2-40B4-BE49-F238E27FC236}">
                <a16:creationId xmlns:a16="http://schemas.microsoft.com/office/drawing/2014/main" id="{CDED631E-2DC2-49C2-9B89-BC4B5E849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33350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00" b="1">
                <a:solidFill>
                  <a:srgbClr val="064834"/>
                </a:solidFill>
                <a:latin typeface="Calibri"/>
                <a:ea typeface="Calibri"/>
                <a:cs typeface="Calibri"/>
              </a:defRPr>
            </a:defPPr>
            <a:lvl1pPr>
              <a:defRPr sz="2400" b="1">
                <a:solidFill>
                  <a:srgbClr val="064834"/>
                </a:solidFill>
                <a:latin typeface="Calibri"/>
                <a:ea typeface="Calibri"/>
                <a:cs typeface="Calibri"/>
              </a:defRPr>
            </a:lvl1pPr>
            <a:lvl2pPr>
              <a:defRPr sz="2400" b="1">
                <a:solidFill>
                  <a:srgbClr val="064834"/>
                </a:solidFill>
                <a:latin typeface="Calibri"/>
                <a:ea typeface="Calibri"/>
                <a:cs typeface="Calibri"/>
              </a:defRPr>
            </a:lvl2pPr>
            <a:lvl3pPr>
              <a:defRPr sz="2400" b="1">
                <a:solidFill>
                  <a:srgbClr val="064834"/>
                </a:solidFill>
                <a:latin typeface="Calibri"/>
                <a:ea typeface="Calibri"/>
                <a:cs typeface="Calibri"/>
              </a:defRPr>
            </a:lvl3pPr>
            <a:lvl4pPr>
              <a:defRPr sz="2400" b="1">
                <a:solidFill>
                  <a:srgbClr val="064834"/>
                </a:solidFill>
                <a:latin typeface="Calibri"/>
                <a:ea typeface="Calibri"/>
                <a:cs typeface="Calibri"/>
              </a:defRPr>
            </a:lvl4pPr>
            <a:lvl5pPr>
              <a:defRPr sz="2400" b="1">
                <a:solidFill>
                  <a:srgbClr val="064834"/>
                </a:solidFill>
                <a:latin typeface="Calibri"/>
                <a:ea typeface="Calibri"/>
                <a:cs typeface="Calibri"/>
              </a:defRPr>
            </a:lvl5pPr>
            <a:lvl6pPr>
              <a:defRPr sz="2400" b="1">
                <a:solidFill>
                  <a:srgbClr val="064834"/>
                </a:solidFill>
                <a:latin typeface="Calibri"/>
                <a:ea typeface="Calibri"/>
                <a:cs typeface="Calibri"/>
              </a:defRPr>
            </a:lvl6pPr>
            <a:lvl7pPr>
              <a:defRPr sz="2400" b="1">
                <a:solidFill>
                  <a:srgbClr val="064834"/>
                </a:solidFill>
                <a:latin typeface="Calibri"/>
                <a:ea typeface="Calibri"/>
                <a:cs typeface="Calibri"/>
              </a:defRPr>
            </a:lvl7pPr>
            <a:lvl8pPr>
              <a:defRPr sz="2400" b="1">
                <a:solidFill>
                  <a:srgbClr val="064834"/>
                </a:solidFill>
                <a:latin typeface="Calibri"/>
                <a:ea typeface="Calibri"/>
                <a:cs typeface="Calibri"/>
              </a:defRPr>
            </a:lvl8pPr>
            <a:lvl9pPr>
              <a:defRPr sz="2400" b="1">
                <a:solidFill>
                  <a:srgbClr val="064834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064834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834"/>
                </a:solidFill>
                <a:latin typeface="Calibri"/>
                <a:ea typeface="Calibri"/>
                <a:cs typeface="Calibri"/>
              </a:rPr>
              <a:t>First concept</a:t>
            </a:r>
          </a:p>
        </p:txBody>
      </p:sp>
      <p:sp>
        <p:nvSpPr>
          <p:cNvPr id="3" name="right-column-heading">
            <a:extLst xmlns:a="http://schemas.openxmlformats.org/drawingml/2006/main">
              <a:ext uri="{FF2B5EF4-FFF2-40B4-BE49-F238E27FC236}">
                <a16:creationId xmlns:a16="http://schemas.microsoft.com/office/drawing/2014/main" id="{8062ADC3-1E22-44D1-9317-73258D07B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33350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00" b="1">
                <a:solidFill>
                  <a:srgbClr val="7B2B83"/>
                </a:solidFill>
                <a:latin typeface="Calibri"/>
                <a:ea typeface="Calibri"/>
                <a:cs typeface="Calibri"/>
              </a:defRPr>
            </a:defPPr>
            <a:lvl1pPr>
              <a:defRPr sz="2400" b="1">
                <a:solidFill>
                  <a:srgbClr val="7B2B83"/>
                </a:solidFill>
                <a:latin typeface="Calibri"/>
                <a:ea typeface="Calibri"/>
                <a:cs typeface="Calibri"/>
              </a:defRPr>
            </a:lvl1pPr>
            <a:lvl2pPr>
              <a:defRPr sz="2400" b="1">
                <a:solidFill>
                  <a:srgbClr val="7B2B83"/>
                </a:solidFill>
                <a:latin typeface="Calibri"/>
                <a:ea typeface="Calibri"/>
                <a:cs typeface="Calibri"/>
              </a:defRPr>
            </a:lvl2pPr>
            <a:lvl3pPr>
              <a:defRPr sz="2400" b="1">
                <a:solidFill>
                  <a:srgbClr val="7B2B83"/>
                </a:solidFill>
                <a:latin typeface="Calibri"/>
                <a:ea typeface="Calibri"/>
                <a:cs typeface="Calibri"/>
              </a:defRPr>
            </a:lvl3pPr>
            <a:lvl4pPr>
              <a:defRPr sz="2400" b="1">
                <a:solidFill>
                  <a:srgbClr val="7B2B83"/>
                </a:solidFill>
                <a:latin typeface="Calibri"/>
                <a:ea typeface="Calibri"/>
                <a:cs typeface="Calibri"/>
              </a:defRPr>
            </a:lvl4pPr>
            <a:lvl5pPr>
              <a:defRPr sz="2400" b="1">
                <a:solidFill>
                  <a:srgbClr val="7B2B83"/>
                </a:solidFill>
                <a:latin typeface="Calibri"/>
                <a:ea typeface="Calibri"/>
                <a:cs typeface="Calibri"/>
              </a:defRPr>
            </a:lvl5pPr>
            <a:lvl6pPr>
              <a:defRPr sz="2400" b="1">
                <a:solidFill>
                  <a:srgbClr val="7B2B83"/>
                </a:solidFill>
                <a:latin typeface="Calibri"/>
                <a:ea typeface="Calibri"/>
                <a:cs typeface="Calibri"/>
              </a:defRPr>
            </a:lvl6pPr>
            <a:lvl7pPr>
              <a:defRPr sz="2400" b="1">
                <a:solidFill>
                  <a:srgbClr val="7B2B83"/>
                </a:solidFill>
                <a:latin typeface="Calibri"/>
                <a:ea typeface="Calibri"/>
                <a:cs typeface="Calibri"/>
              </a:defRPr>
            </a:lvl7pPr>
            <a:lvl8pPr>
              <a:defRPr sz="2400" b="1">
                <a:solidFill>
                  <a:srgbClr val="7B2B83"/>
                </a:solidFill>
                <a:latin typeface="Calibri"/>
                <a:ea typeface="Calibri"/>
                <a:cs typeface="Calibri"/>
              </a:defRPr>
            </a:lvl8pPr>
            <a:lvl9pPr>
              <a:defRPr sz="2400" b="1">
                <a:solidFill>
                  <a:srgbClr val="7B2B83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7B2B83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7B2B83"/>
                </a:solidFill>
                <a:latin typeface="Calibri"/>
                <a:ea typeface="Calibri"/>
                <a:cs typeface="Calibri"/>
              </a:rPr>
              <a:t>Second concept</a:t>
            </a:r>
          </a:p>
        </p:txBody>
      </p:sp>
      <p:sp>
        <p:nvSpPr>
          <p:cNvPr id="4" name="column-divider">
            <a:extLst xmlns:a="http://schemas.openxmlformats.org/drawingml/2006/main">
              <a:ext uri="{FF2B5EF4-FFF2-40B4-BE49-F238E27FC236}">
                <a16:creationId xmlns:a16="http://schemas.microsoft.com/office/drawing/2014/main" id="{6FAD67CE-F851-4159-B7FE-0D2F88A7F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381125"/>
            <a:ext cx="19050" cy="428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left-column-bullets">
            <a:extLst xmlns:a="http://schemas.openxmlformats.org/drawingml/2006/main">
              <a:ext uri="{FF2B5EF4-FFF2-40B4-BE49-F238E27FC236}">
                <a16:creationId xmlns:a16="http://schemas.microsoft.com/office/drawing/2014/main" id="{B02A366D-FC8F-4BC1-80AC-E6E34342C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047875"/>
            <a:ext cx="4238625" cy="3381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  <a:lvl1pPr>
              <a:defRPr sz="20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1pPr>
            <a:lvl2pPr>
              <a:defRPr sz="20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2pPr>
            <a:lvl3pPr>
              <a:defRPr sz="20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3pPr>
            <a:lvl4pPr>
              <a:defRPr sz="20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4pPr>
            <a:lvl5pPr>
              <a:defRPr sz="20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5pPr>
            <a:lvl6pPr>
              <a:defRPr sz="20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6pPr>
            <a:lvl7pPr>
              <a:defRPr sz="20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7pPr>
            <a:lvl8pPr>
              <a:defRPr sz="20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8pPr>
            <a:lvl9pPr>
              <a:defRPr sz="20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254000" indent="-127000">
              <a:spcAft>
                <a:spcPts val="1600"/>
              </a:spcAft>
              <a:buChar char="•"/>
              <a:defRPr sz="20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State the first defining feature</a:t>
            </a:r>
          </a:p>
          <a:p xmlns:a="http://schemas.openxmlformats.org/drawingml/2006/main">
            <a:pPr marL="254000" indent="-127000">
              <a:spcAft>
                <a:spcPts val="1600"/>
              </a:spcAft>
              <a:buChar char="•"/>
              <a:defRPr sz="20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Explain how it works</a:t>
            </a:r>
          </a:p>
          <a:p xmlns:a="http://schemas.openxmlformats.org/drawingml/2006/main">
            <a:pPr marL="254000" indent="-127000">
              <a:spcAft>
                <a:spcPts val="1600"/>
              </a:spcAft>
              <a:buChar char="•"/>
              <a:defRPr sz="20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Note an important limitation</a:t>
            </a:r>
          </a:p>
        </p:txBody>
      </p:sp>
      <p:sp>
        <p:nvSpPr>
          <p:cNvPr id="6" name="right-column-bullets">
            <a:extLst xmlns:a="http://schemas.openxmlformats.org/drawingml/2006/main">
              <a:ext uri="{FF2B5EF4-FFF2-40B4-BE49-F238E27FC236}">
                <a16:creationId xmlns:a16="http://schemas.microsoft.com/office/drawing/2014/main" id="{8EA1E1FE-E48C-4EF4-8948-69B492598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047875"/>
            <a:ext cx="4238625" cy="3381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  <a:lvl1pPr>
              <a:defRPr sz="20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1pPr>
            <a:lvl2pPr>
              <a:defRPr sz="20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2pPr>
            <a:lvl3pPr>
              <a:defRPr sz="20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3pPr>
            <a:lvl4pPr>
              <a:defRPr sz="20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4pPr>
            <a:lvl5pPr>
              <a:defRPr sz="20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5pPr>
            <a:lvl6pPr>
              <a:defRPr sz="20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6pPr>
            <a:lvl7pPr>
              <a:defRPr sz="20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7pPr>
            <a:lvl8pPr>
              <a:defRPr sz="20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8pPr>
            <a:lvl9pPr>
              <a:defRPr sz="20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254000" indent="-127000">
              <a:spcAft>
                <a:spcPts val="1600"/>
              </a:spcAft>
              <a:buChar char="•"/>
              <a:defRPr sz="20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State the contrasting feature</a:t>
            </a:r>
          </a:p>
          <a:p xmlns:a="http://schemas.openxmlformats.org/drawingml/2006/main">
            <a:pPr marL="254000" indent="-127000">
              <a:spcAft>
                <a:spcPts val="1600"/>
              </a:spcAft>
              <a:buChar char="•"/>
              <a:defRPr sz="20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Explain the practical difference</a:t>
            </a:r>
          </a:p>
          <a:p xmlns:a="http://schemas.openxmlformats.org/drawingml/2006/main">
            <a:pPr marL="254000" indent="-127000">
              <a:spcAft>
                <a:spcPts val="1600"/>
              </a:spcAft>
              <a:buChar char="•"/>
              <a:defRPr sz="20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Identify when it is preferred</a:t>
            </a:r>
          </a:p>
        </p:txBody>
      </p:sp>
    </p:spTree>
    <p:extLst>
      <p:ext uri="{BB962C8B-B14F-4D97-AF65-F5344CB8AC3E}">
        <p14:creationId xmlns:p14="http://schemas.microsoft.com/office/powerpoint/2010/main" val="82461470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ample-title">
            <a:extLst xmlns:a="http://schemas.openxmlformats.org/drawingml/2006/main">
              <a:ext uri="{FF2B5EF4-FFF2-40B4-BE49-F238E27FC236}">
                <a16:creationId xmlns:a16="http://schemas.microsoft.com/office/drawing/2014/main" id="{EFA5A48A-133C-4DEE-842E-E5A0DBCDD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1038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3600">
                <a:solidFill>
                  <a:srgbClr val="000000"/>
                </a:solidFill>
                <a:latin typeface="Calibri Light"/>
                <a:ea typeface="Calibri Light"/>
                <a:cs typeface="Calibri Light"/>
              </a:defRPr>
            </a:defPPr>
            <a:lvl1pPr>
              <a:defRPr sz="3600">
                <a:solidFill>
                  <a:srgbClr val="000000"/>
                </a:solidFill>
                <a:latin typeface="Calibri Light"/>
                <a:ea typeface="Calibri Light"/>
                <a:cs typeface="Calibri Light"/>
              </a:defRPr>
            </a:lvl1pPr>
            <a:lvl2pPr>
              <a:defRPr sz="3600">
                <a:solidFill>
                  <a:srgbClr val="000000"/>
                </a:solidFill>
                <a:latin typeface="Calibri Light"/>
                <a:ea typeface="Calibri Light"/>
                <a:cs typeface="Calibri Light"/>
              </a:defRPr>
            </a:lvl2pPr>
            <a:lvl3pPr>
              <a:defRPr sz="3600">
                <a:solidFill>
                  <a:srgbClr val="000000"/>
                </a:solidFill>
                <a:latin typeface="Calibri Light"/>
                <a:ea typeface="Calibri Light"/>
                <a:cs typeface="Calibri Light"/>
              </a:defRPr>
            </a:lvl3pPr>
            <a:lvl4pPr>
              <a:defRPr sz="3600">
                <a:solidFill>
                  <a:srgbClr val="000000"/>
                </a:solidFill>
                <a:latin typeface="Calibri Light"/>
                <a:ea typeface="Calibri Light"/>
                <a:cs typeface="Calibri Light"/>
              </a:defRPr>
            </a:lvl4pPr>
            <a:lvl5pPr>
              <a:defRPr sz="3600">
                <a:solidFill>
                  <a:srgbClr val="000000"/>
                </a:solidFill>
                <a:latin typeface="Calibri Light"/>
                <a:ea typeface="Calibri Light"/>
                <a:cs typeface="Calibri Light"/>
              </a:defRPr>
            </a:lvl5pPr>
            <a:lvl6pPr>
              <a:defRPr sz="3600">
                <a:solidFill>
                  <a:srgbClr val="000000"/>
                </a:solidFill>
                <a:latin typeface="Calibri Light"/>
                <a:ea typeface="Calibri Light"/>
                <a:cs typeface="Calibri Light"/>
              </a:defRPr>
            </a:lvl6pPr>
            <a:lvl7pPr>
              <a:defRPr sz="3600">
                <a:solidFill>
                  <a:srgbClr val="000000"/>
                </a:solidFill>
                <a:latin typeface="Calibri Light"/>
                <a:ea typeface="Calibri Light"/>
                <a:cs typeface="Calibri Light"/>
              </a:defRPr>
            </a:lvl7pPr>
            <a:lvl8pPr>
              <a:defRPr sz="3600">
                <a:solidFill>
                  <a:srgbClr val="000000"/>
                </a:solidFill>
                <a:latin typeface="Calibri Light"/>
                <a:ea typeface="Calibri Light"/>
                <a:cs typeface="Calibri Light"/>
              </a:defRPr>
            </a:lvl8pPr>
            <a:lvl9pPr>
              <a:defRPr sz="3600">
                <a:solidFill>
                  <a:srgbClr val="000000"/>
                </a:solidFill>
                <a:latin typeface="Calibri Light"/>
                <a:ea typeface="Calibri Light"/>
                <a:cs typeface="Calibri Light"/>
              </a:defRPr>
            </a:lvl9pPr>
          </a:lstStyle>
          <a:p xmlns:a="http://schemas.openxmlformats.org/drawingml/2006/main">
            <a:pPr>
              <a:defRPr sz="3600">
                <a:solidFill>
                  <a:srgbClr val="000000"/>
                </a:solidFill>
                <a:latin typeface="Calibri Light"/>
                <a:ea typeface="Calibri Light"/>
                <a:cs typeface="Calibri Light"/>
              </a:defRPr>
            </a:pPr>
            <a:r>
              <a:rPr sz="3600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Image and explanation</a:t>
            </a:r>
          </a:p>
        </p:txBody>
      </p:sp>
      <p:sp>
        <p:nvSpPr>
          <p:cNvPr id="2" name="replaceable-image-area">
            <a:extLst xmlns:a="http://schemas.openxmlformats.org/drawingml/2006/main">
              <a:ext uri="{FF2B5EF4-FFF2-40B4-BE49-F238E27FC236}">
                <a16:creationId xmlns:a16="http://schemas.microsoft.com/office/drawing/2014/main" id="{205B3933-83C9-4C30-A6A2-B0A8AE6ED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1381125"/>
            <a:ext cx="58102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6E6"/>
          </a:solidFill>
          <a:ln xmlns:a="http://schemas.openxmlformats.org/drawingml/2006/main" w="14288">
            <a:solidFill>
              <a:srgbClr val="7F7F7F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2100">
                <a:solidFill>
                  <a:srgbClr val="7F7F7F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2100">
                <a:solidFill>
                  <a:srgbClr val="7F7F7F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2100">
                <a:solidFill>
                  <a:srgbClr val="7F7F7F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2100">
                <a:solidFill>
                  <a:srgbClr val="7F7F7F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2100">
                <a:solidFill>
                  <a:srgbClr val="7F7F7F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2100">
                <a:solidFill>
                  <a:srgbClr val="7F7F7F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2100">
                <a:solidFill>
                  <a:srgbClr val="7F7F7F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2100">
                <a:solidFill>
                  <a:srgbClr val="7F7F7F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2100">
                <a:solidFill>
                  <a:srgbClr val="7F7F7F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2100">
                <a:solidFill>
                  <a:srgbClr val="7F7F7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2100">
                <a:solidFill>
                  <a:srgbClr val="7F7F7F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7F7F7F"/>
                </a:solidFill>
                <a:latin typeface="Calibri"/>
                <a:ea typeface="Calibri"/>
                <a:cs typeface="Calibri"/>
              </a:rPr>
              <a:t>Image or screenshot</a:t>
            </a:r>
          </a:p>
        </p:txBody>
      </p:sp>
      <p:sp>
        <p:nvSpPr>
          <p:cNvPr id="3" name="image-explanation-bullets">
            <a:extLst xmlns:a="http://schemas.openxmlformats.org/drawingml/2006/main">
              <a:ext uri="{FF2B5EF4-FFF2-40B4-BE49-F238E27FC236}">
                <a16:creationId xmlns:a16="http://schemas.microsoft.com/office/drawing/2014/main" id="{560147D2-338B-4AD2-B0D0-2852B0D78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666875"/>
            <a:ext cx="3714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  <a:lvl1pPr>
              <a:defRPr sz="20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1pPr>
            <a:lvl2pPr>
              <a:defRPr sz="20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2pPr>
            <a:lvl3pPr>
              <a:defRPr sz="20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3pPr>
            <a:lvl4pPr>
              <a:defRPr sz="20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4pPr>
            <a:lvl5pPr>
              <a:defRPr sz="20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5pPr>
            <a:lvl6pPr>
              <a:defRPr sz="20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6pPr>
            <a:lvl7pPr>
              <a:defRPr sz="20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7pPr>
            <a:lvl8pPr>
              <a:defRPr sz="20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8pPr>
            <a:lvl9pPr>
              <a:defRPr sz="20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254000" indent="-127000">
              <a:spcAft>
                <a:spcPts val="1700"/>
              </a:spcAft>
              <a:buChar char="•"/>
              <a:defRPr sz="20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Use one image that supports the lesson</a:t>
            </a:r>
          </a:p>
          <a:p xmlns:a="http://schemas.openxmlformats.org/drawingml/2006/main">
            <a:pPr marL="254000" indent="-127000">
              <a:spcAft>
                <a:spcPts val="1700"/>
              </a:spcAft>
              <a:buChar char="•"/>
              <a:defRPr sz="20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Explain what the audience should notice</a:t>
            </a:r>
          </a:p>
          <a:p xmlns:a="http://schemas.openxmlformats.org/drawingml/2006/main">
            <a:pPr marL="254000" indent="-127000">
              <a:spcAft>
                <a:spcPts val="1700"/>
              </a:spcAft>
              <a:buChar char="•"/>
              <a:defRPr sz="20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Keep labels and teaching text editable</a:t>
            </a:r>
          </a:p>
        </p:txBody>
      </p:sp>
      <p:sp>
        <p:nvSpPr>
          <p:cNvPr id="4" name="image-caption">
            <a:extLst xmlns:a="http://schemas.openxmlformats.org/drawingml/2006/main">
              <a:ext uri="{FF2B5EF4-FFF2-40B4-BE49-F238E27FC236}">
                <a16:creationId xmlns:a16="http://schemas.microsoft.com/office/drawing/2014/main" id="{34205F88-ED25-43DB-9B83-833B0EB67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600700"/>
            <a:ext cx="581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i="1">
                <a:solidFill>
                  <a:srgbClr val="7F7F7F"/>
                </a:solidFill>
                <a:latin typeface="Calibri"/>
                <a:ea typeface="Calibri"/>
                <a:cs typeface="Calibri"/>
              </a:defRPr>
            </a:defPPr>
            <a:lvl1pPr>
              <a:defRPr sz="1425" i="1">
                <a:solidFill>
                  <a:srgbClr val="7F7F7F"/>
                </a:solidFill>
                <a:latin typeface="Calibri"/>
                <a:ea typeface="Calibri"/>
                <a:cs typeface="Calibri"/>
              </a:defRPr>
            </a:lvl1pPr>
            <a:lvl2pPr>
              <a:defRPr sz="1425" i="1">
                <a:solidFill>
                  <a:srgbClr val="7F7F7F"/>
                </a:solidFill>
                <a:latin typeface="Calibri"/>
                <a:ea typeface="Calibri"/>
                <a:cs typeface="Calibri"/>
              </a:defRPr>
            </a:lvl2pPr>
            <a:lvl3pPr>
              <a:defRPr sz="1425" i="1">
                <a:solidFill>
                  <a:srgbClr val="7F7F7F"/>
                </a:solidFill>
                <a:latin typeface="Calibri"/>
                <a:ea typeface="Calibri"/>
                <a:cs typeface="Calibri"/>
              </a:defRPr>
            </a:lvl3pPr>
            <a:lvl4pPr>
              <a:defRPr sz="1425" i="1">
                <a:solidFill>
                  <a:srgbClr val="7F7F7F"/>
                </a:solidFill>
                <a:latin typeface="Calibri"/>
                <a:ea typeface="Calibri"/>
                <a:cs typeface="Calibri"/>
              </a:defRPr>
            </a:lvl4pPr>
            <a:lvl5pPr>
              <a:defRPr sz="1425" i="1">
                <a:solidFill>
                  <a:srgbClr val="7F7F7F"/>
                </a:solidFill>
                <a:latin typeface="Calibri"/>
                <a:ea typeface="Calibri"/>
                <a:cs typeface="Calibri"/>
              </a:defRPr>
            </a:lvl5pPr>
            <a:lvl6pPr>
              <a:defRPr sz="1425" i="1">
                <a:solidFill>
                  <a:srgbClr val="7F7F7F"/>
                </a:solidFill>
                <a:latin typeface="Calibri"/>
                <a:ea typeface="Calibri"/>
                <a:cs typeface="Calibri"/>
              </a:defRPr>
            </a:lvl6pPr>
            <a:lvl7pPr>
              <a:defRPr sz="1425" i="1">
                <a:solidFill>
                  <a:srgbClr val="7F7F7F"/>
                </a:solidFill>
                <a:latin typeface="Calibri"/>
                <a:ea typeface="Calibri"/>
                <a:cs typeface="Calibri"/>
              </a:defRPr>
            </a:lvl7pPr>
            <a:lvl8pPr>
              <a:defRPr sz="1425" i="1">
                <a:solidFill>
                  <a:srgbClr val="7F7F7F"/>
                </a:solidFill>
                <a:latin typeface="Calibri"/>
                <a:ea typeface="Calibri"/>
                <a:cs typeface="Calibri"/>
              </a:defRPr>
            </a:lvl8pPr>
            <a:lvl9pPr>
              <a:defRPr sz="1425" i="1">
                <a:solidFill>
                  <a:srgbClr val="7F7F7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425" i="1">
                <a:solidFill>
                  <a:srgbClr val="7F7F7F"/>
                </a:solidFill>
                <a:latin typeface="Calibri"/>
                <a:ea typeface="Calibri"/>
                <a:cs typeface="Calibri"/>
              </a:defRPr>
            </a:pPr>
            <a:r>
              <a:rPr sz="1425" i="1">
                <a:solidFill>
                  <a:srgbClr val="7F7F7F"/>
                </a:solidFill>
                <a:latin typeface="Calibri"/>
                <a:ea typeface="Calibri"/>
                <a:cs typeface="Calibri"/>
              </a:rPr>
              <a:t>Short caption or source cue when needed</a:t>
            </a:r>
          </a:p>
        </p:txBody>
      </p:sp>
    </p:spTree>
    <p:extLst>
      <p:ext uri="{BB962C8B-B14F-4D97-AF65-F5344CB8AC3E}">
        <p14:creationId xmlns:p14="http://schemas.microsoft.com/office/powerpoint/2010/main" val="56249784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ample-title">
            <a:extLst xmlns:a="http://schemas.openxmlformats.org/drawingml/2006/main">
              <a:ext uri="{FF2B5EF4-FFF2-40B4-BE49-F238E27FC236}">
                <a16:creationId xmlns:a16="http://schemas.microsoft.com/office/drawing/2014/main" id="{F71AB7A8-A604-46DE-9B00-190C38EE8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1038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3600">
                <a:solidFill>
                  <a:srgbClr val="000000"/>
                </a:solidFill>
                <a:latin typeface="Calibri Light"/>
                <a:ea typeface="Calibri Light"/>
                <a:cs typeface="Calibri Light"/>
              </a:defRPr>
            </a:defPPr>
            <a:lvl1pPr>
              <a:defRPr sz="3600">
                <a:solidFill>
                  <a:srgbClr val="000000"/>
                </a:solidFill>
                <a:latin typeface="Calibri Light"/>
                <a:ea typeface="Calibri Light"/>
                <a:cs typeface="Calibri Light"/>
              </a:defRPr>
            </a:lvl1pPr>
            <a:lvl2pPr>
              <a:defRPr sz="3600">
                <a:solidFill>
                  <a:srgbClr val="000000"/>
                </a:solidFill>
                <a:latin typeface="Calibri Light"/>
                <a:ea typeface="Calibri Light"/>
                <a:cs typeface="Calibri Light"/>
              </a:defRPr>
            </a:lvl2pPr>
            <a:lvl3pPr>
              <a:defRPr sz="3600">
                <a:solidFill>
                  <a:srgbClr val="000000"/>
                </a:solidFill>
                <a:latin typeface="Calibri Light"/>
                <a:ea typeface="Calibri Light"/>
                <a:cs typeface="Calibri Light"/>
              </a:defRPr>
            </a:lvl3pPr>
            <a:lvl4pPr>
              <a:defRPr sz="3600">
                <a:solidFill>
                  <a:srgbClr val="000000"/>
                </a:solidFill>
                <a:latin typeface="Calibri Light"/>
                <a:ea typeface="Calibri Light"/>
                <a:cs typeface="Calibri Light"/>
              </a:defRPr>
            </a:lvl4pPr>
            <a:lvl5pPr>
              <a:defRPr sz="3600">
                <a:solidFill>
                  <a:srgbClr val="000000"/>
                </a:solidFill>
                <a:latin typeface="Calibri Light"/>
                <a:ea typeface="Calibri Light"/>
                <a:cs typeface="Calibri Light"/>
              </a:defRPr>
            </a:lvl5pPr>
            <a:lvl6pPr>
              <a:defRPr sz="3600">
                <a:solidFill>
                  <a:srgbClr val="000000"/>
                </a:solidFill>
                <a:latin typeface="Calibri Light"/>
                <a:ea typeface="Calibri Light"/>
                <a:cs typeface="Calibri Light"/>
              </a:defRPr>
            </a:lvl6pPr>
            <a:lvl7pPr>
              <a:defRPr sz="3600">
                <a:solidFill>
                  <a:srgbClr val="000000"/>
                </a:solidFill>
                <a:latin typeface="Calibri Light"/>
                <a:ea typeface="Calibri Light"/>
                <a:cs typeface="Calibri Light"/>
              </a:defRPr>
            </a:lvl7pPr>
            <a:lvl8pPr>
              <a:defRPr sz="3600">
                <a:solidFill>
                  <a:srgbClr val="000000"/>
                </a:solidFill>
                <a:latin typeface="Calibri Light"/>
                <a:ea typeface="Calibri Light"/>
                <a:cs typeface="Calibri Light"/>
              </a:defRPr>
            </a:lvl8pPr>
            <a:lvl9pPr>
              <a:defRPr sz="3600">
                <a:solidFill>
                  <a:srgbClr val="000000"/>
                </a:solidFill>
                <a:latin typeface="Calibri Light"/>
                <a:ea typeface="Calibri Light"/>
                <a:cs typeface="Calibri Light"/>
              </a:defRPr>
            </a:lvl9pPr>
          </a:lstStyle>
          <a:p xmlns:a="http://schemas.openxmlformats.org/drawingml/2006/main">
            <a:pPr>
              <a:defRPr sz="3600">
                <a:solidFill>
                  <a:srgbClr val="000000"/>
                </a:solidFill>
                <a:latin typeface="Calibri Light"/>
                <a:ea typeface="Calibri Light"/>
                <a:cs typeface="Calibri Light"/>
              </a:defRPr>
            </a:pPr>
            <a:r>
              <a:rPr sz="3600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Process or sequence</a:t>
            </a:r>
          </a:p>
        </p:txBody>
      </p:sp>
      <p:sp>
        <p:nvSpPr>
          <p:cNvPr id="2" name="process-track">
            <a:extLst xmlns:a="http://schemas.openxmlformats.org/drawingml/2006/main">
              <a:ext uri="{FF2B5EF4-FFF2-40B4-BE49-F238E27FC236}">
                <a16:creationId xmlns:a16="http://schemas.microsoft.com/office/drawing/2014/main" id="{37BDA3E6-7C6E-47C1-B0AC-EA095E4CA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628900"/>
            <a:ext cx="8239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rocess-step-1">
            <a:extLst xmlns:a="http://schemas.openxmlformats.org/drawingml/2006/main">
              <a:ext uri="{FF2B5EF4-FFF2-40B4-BE49-F238E27FC236}">
                <a16:creationId xmlns:a16="http://schemas.microsoft.com/office/drawing/2014/main" id="{C4721378-7C66-40D9-825D-6F1086CF1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23241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4834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22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22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22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22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22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22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22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22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22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4" name="process-heading-1">
            <a:extLst xmlns:a="http://schemas.openxmlformats.org/drawingml/2006/main">
              <a:ext uri="{FF2B5EF4-FFF2-40B4-BE49-F238E27FC236}">
                <a16:creationId xmlns:a16="http://schemas.microsoft.com/office/drawing/2014/main" id="{3495B05E-3C33-4A05-B0BE-21412B2B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3190875"/>
            <a:ext cx="1752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2175" b="1">
                <a:solidFill>
                  <a:srgbClr val="064834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2175" b="1">
                <a:solidFill>
                  <a:srgbClr val="064834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2175" b="1">
                <a:solidFill>
                  <a:srgbClr val="064834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2175" b="1">
                <a:solidFill>
                  <a:srgbClr val="064834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2175" b="1">
                <a:solidFill>
                  <a:srgbClr val="064834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2175" b="1">
                <a:solidFill>
                  <a:srgbClr val="064834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2175" b="1">
                <a:solidFill>
                  <a:srgbClr val="064834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2175" b="1">
                <a:solidFill>
                  <a:srgbClr val="064834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2175" b="1">
                <a:solidFill>
                  <a:srgbClr val="064834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2175" b="1">
                <a:solidFill>
                  <a:srgbClr val="064834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064834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064834"/>
                </a:solidFill>
                <a:latin typeface="Calibri"/>
                <a:ea typeface="Calibri"/>
                <a:cs typeface="Calibri"/>
              </a:rPr>
              <a:t>Define</a:t>
            </a:r>
          </a:p>
        </p:txBody>
      </p:sp>
      <p:sp>
        <p:nvSpPr>
          <p:cNvPr id="5" name="process-detail-1">
            <a:extLst xmlns:a="http://schemas.openxmlformats.org/drawingml/2006/main">
              <a:ext uri="{FF2B5EF4-FFF2-40B4-BE49-F238E27FC236}">
                <a16:creationId xmlns:a16="http://schemas.microsoft.com/office/drawing/2014/main" id="{B6950F69-325A-4433-BA37-7B2D5CCA7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714750"/>
            <a:ext cx="1905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7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7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7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7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7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7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7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7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7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7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2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State the goal and constraints</a:t>
            </a:r>
          </a:p>
        </p:txBody>
      </p:sp>
      <p:sp>
        <p:nvSpPr>
          <p:cNvPr id="6" name="process-step-2">
            <a:extLst xmlns:a="http://schemas.openxmlformats.org/drawingml/2006/main">
              <a:ext uri="{FF2B5EF4-FFF2-40B4-BE49-F238E27FC236}">
                <a16:creationId xmlns:a16="http://schemas.microsoft.com/office/drawing/2014/main" id="{A7F8C7E3-E31C-419D-8D46-B00881867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3241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B2B83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22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22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22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22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22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22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22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22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22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7" name="process-heading-2">
            <a:extLst xmlns:a="http://schemas.openxmlformats.org/drawingml/2006/main">
              <a:ext uri="{FF2B5EF4-FFF2-40B4-BE49-F238E27FC236}">
                <a16:creationId xmlns:a16="http://schemas.microsoft.com/office/drawing/2014/main" id="{CDAB80B5-9566-4019-8612-86055F6FA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190875"/>
            <a:ext cx="1752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2175" b="1">
                <a:solidFill>
                  <a:srgbClr val="7B2B83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2175" b="1">
                <a:solidFill>
                  <a:srgbClr val="7B2B83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2175" b="1">
                <a:solidFill>
                  <a:srgbClr val="7B2B83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2175" b="1">
                <a:solidFill>
                  <a:srgbClr val="7B2B83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2175" b="1">
                <a:solidFill>
                  <a:srgbClr val="7B2B83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2175" b="1">
                <a:solidFill>
                  <a:srgbClr val="7B2B83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2175" b="1">
                <a:solidFill>
                  <a:srgbClr val="7B2B83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2175" b="1">
                <a:solidFill>
                  <a:srgbClr val="7B2B83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2175" b="1">
                <a:solidFill>
                  <a:srgbClr val="7B2B83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2175" b="1">
                <a:solidFill>
                  <a:srgbClr val="7B2B83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7B2B83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7B2B83"/>
                </a:solidFill>
                <a:latin typeface="Calibri"/>
                <a:ea typeface="Calibri"/>
                <a:cs typeface="Calibri"/>
              </a:rPr>
              <a:t>Prepare</a:t>
            </a:r>
          </a:p>
        </p:txBody>
      </p:sp>
      <p:sp>
        <p:nvSpPr>
          <p:cNvPr id="8" name="process-detail-2">
            <a:extLst xmlns:a="http://schemas.openxmlformats.org/drawingml/2006/main">
              <a:ext uri="{FF2B5EF4-FFF2-40B4-BE49-F238E27FC236}">
                <a16:creationId xmlns:a16="http://schemas.microsoft.com/office/drawing/2014/main" id="{9BDB5029-F369-44D1-82A3-DE84D29DC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714750"/>
            <a:ext cx="1905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7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7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7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7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7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7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7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7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7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7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2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Gather the required inputs</a:t>
            </a:r>
          </a:p>
        </p:txBody>
      </p:sp>
      <p:sp>
        <p:nvSpPr>
          <p:cNvPr id="9" name="process-step-3">
            <a:extLst xmlns:a="http://schemas.openxmlformats.org/drawingml/2006/main">
              <a:ext uri="{FF2B5EF4-FFF2-40B4-BE49-F238E27FC236}">
                <a16:creationId xmlns:a16="http://schemas.microsoft.com/office/drawing/2014/main" id="{23324265-C1C4-4022-84D0-641976751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23241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4834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22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22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22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22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22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22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22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22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22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0" name="process-heading-3">
            <a:extLst xmlns:a="http://schemas.openxmlformats.org/drawingml/2006/main">
              <a:ext uri="{FF2B5EF4-FFF2-40B4-BE49-F238E27FC236}">
                <a16:creationId xmlns:a16="http://schemas.microsoft.com/office/drawing/2014/main" id="{4D8A0880-9E2D-4BE0-BFE3-E48C997D3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3190875"/>
            <a:ext cx="1752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2175" b="1">
                <a:solidFill>
                  <a:srgbClr val="064834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2175" b="1">
                <a:solidFill>
                  <a:srgbClr val="064834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2175" b="1">
                <a:solidFill>
                  <a:srgbClr val="064834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2175" b="1">
                <a:solidFill>
                  <a:srgbClr val="064834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2175" b="1">
                <a:solidFill>
                  <a:srgbClr val="064834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2175" b="1">
                <a:solidFill>
                  <a:srgbClr val="064834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2175" b="1">
                <a:solidFill>
                  <a:srgbClr val="064834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2175" b="1">
                <a:solidFill>
                  <a:srgbClr val="064834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2175" b="1">
                <a:solidFill>
                  <a:srgbClr val="064834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2175" b="1">
                <a:solidFill>
                  <a:srgbClr val="064834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064834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064834"/>
                </a:solidFill>
                <a:latin typeface="Calibri"/>
                <a:ea typeface="Calibri"/>
                <a:cs typeface="Calibri"/>
              </a:rPr>
              <a:t>Apply</a:t>
            </a:r>
          </a:p>
        </p:txBody>
      </p:sp>
      <p:sp>
        <p:nvSpPr>
          <p:cNvPr id="11" name="process-detail-3">
            <a:extLst xmlns:a="http://schemas.openxmlformats.org/drawingml/2006/main">
              <a:ext uri="{FF2B5EF4-FFF2-40B4-BE49-F238E27FC236}">
                <a16:creationId xmlns:a16="http://schemas.microsoft.com/office/drawing/2014/main" id="{37E64C8A-FCFB-4F72-84DD-AB5D92B38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714750"/>
            <a:ext cx="1905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7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7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7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7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7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7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7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7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7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7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2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Complete the main procedure</a:t>
            </a:r>
          </a:p>
        </p:txBody>
      </p:sp>
      <p:sp>
        <p:nvSpPr>
          <p:cNvPr id="12" name="process-step-4">
            <a:extLst xmlns:a="http://schemas.openxmlformats.org/drawingml/2006/main">
              <a:ext uri="{FF2B5EF4-FFF2-40B4-BE49-F238E27FC236}">
                <a16:creationId xmlns:a16="http://schemas.microsoft.com/office/drawing/2014/main" id="{595563A2-9157-4400-9DD4-92DD62F62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3241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B2B83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22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22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22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22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22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22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22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22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22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13" name="process-heading-4">
            <a:extLst xmlns:a="http://schemas.openxmlformats.org/drawingml/2006/main">
              <a:ext uri="{FF2B5EF4-FFF2-40B4-BE49-F238E27FC236}">
                <a16:creationId xmlns:a16="http://schemas.microsoft.com/office/drawing/2014/main" id="{4E2743E5-A460-460B-8235-FDBA75B04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190875"/>
            <a:ext cx="1752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2175" b="1">
                <a:solidFill>
                  <a:srgbClr val="7B2B83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2175" b="1">
                <a:solidFill>
                  <a:srgbClr val="7B2B83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2175" b="1">
                <a:solidFill>
                  <a:srgbClr val="7B2B83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2175" b="1">
                <a:solidFill>
                  <a:srgbClr val="7B2B83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2175" b="1">
                <a:solidFill>
                  <a:srgbClr val="7B2B83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2175" b="1">
                <a:solidFill>
                  <a:srgbClr val="7B2B83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2175" b="1">
                <a:solidFill>
                  <a:srgbClr val="7B2B83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2175" b="1">
                <a:solidFill>
                  <a:srgbClr val="7B2B83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2175" b="1">
                <a:solidFill>
                  <a:srgbClr val="7B2B83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2175" b="1">
                <a:solidFill>
                  <a:srgbClr val="7B2B83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7B2B83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7B2B83"/>
                </a:solidFill>
                <a:latin typeface="Calibri"/>
                <a:ea typeface="Calibri"/>
                <a:cs typeface="Calibri"/>
              </a:rPr>
              <a:t>Verify</a:t>
            </a:r>
          </a:p>
        </p:txBody>
      </p:sp>
      <p:sp>
        <p:nvSpPr>
          <p:cNvPr id="14" name="process-detail-4">
            <a:extLst xmlns:a="http://schemas.openxmlformats.org/drawingml/2006/main">
              <a:ext uri="{FF2B5EF4-FFF2-40B4-BE49-F238E27FC236}">
                <a16:creationId xmlns:a16="http://schemas.microsoft.com/office/drawing/2014/main" id="{C1537CF6-0211-4B00-9AA2-A745FB3E4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714750"/>
            <a:ext cx="1905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7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7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7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7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7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7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7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7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7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7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2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Check the result and document it</a:t>
            </a:r>
          </a:p>
        </p:txBody>
      </p:sp>
    </p:spTree>
    <p:extLst>
      <p:ext uri="{BB962C8B-B14F-4D97-AF65-F5344CB8AC3E}">
        <p14:creationId xmlns:p14="http://schemas.microsoft.com/office/powerpoint/2010/main" val="99738914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ample-title">
            <a:extLst xmlns:a="http://schemas.openxmlformats.org/drawingml/2006/main">
              <a:ext uri="{FF2B5EF4-FFF2-40B4-BE49-F238E27FC236}">
                <a16:creationId xmlns:a16="http://schemas.microsoft.com/office/drawing/2014/main" id="{3678053B-C0F8-4997-8129-460B83CB0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1038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3600">
                <a:solidFill>
                  <a:srgbClr val="000000"/>
                </a:solidFill>
                <a:latin typeface="Calibri Light"/>
                <a:ea typeface="Calibri Light"/>
                <a:cs typeface="Calibri Light"/>
              </a:defRPr>
            </a:defPPr>
            <a:lvl1pPr>
              <a:defRPr sz="3600">
                <a:solidFill>
                  <a:srgbClr val="000000"/>
                </a:solidFill>
                <a:latin typeface="Calibri Light"/>
                <a:ea typeface="Calibri Light"/>
                <a:cs typeface="Calibri Light"/>
              </a:defRPr>
            </a:lvl1pPr>
            <a:lvl2pPr>
              <a:defRPr sz="3600">
                <a:solidFill>
                  <a:srgbClr val="000000"/>
                </a:solidFill>
                <a:latin typeface="Calibri Light"/>
                <a:ea typeface="Calibri Light"/>
                <a:cs typeface="Calibri Light"/>
              </a:defRPr>
            </a:lvl2pPr>
            <a:lvl3pPr>
              <a:defRPr sz="3600">
                <a:solidFill>
                  <a:srgbClr val="000000"/>
                </a:solidFill>
                <a:latin typeface="Calibri Light"/>
                <a:ea typeface="Calibri Light"/>
                <a:cs typeface="Calibri Light"/>
              </a:defRPr>
            </a:lvl3pPr>
            <a:lvl4pPr>
              <a:defRPr sz="3600">
                <a:solidFill>
                  <a:srgbClr val="000000"/>
                </a:solidFill>
                <a:latin typeface="Calibri Light"/>
                <a:ea typeface="Calibri Light"/>
                <a:cs typeface="Calibri Light"/>
              </a:defRPr>
            </a:lvl4pPr>
            <a:lvl5pPr>
              <a:defRPr sz="3600">
                <a:solidFill>
                  <a:srgbClr val="000000"/>
                </a:solidFill>
                <a:latin typeface="Calibri Light"/>
                <a:ea typeface="Calibri Light"/>
                <a:cs typeface="Calibri Light"/>
              </a:defRPr>
            </a:lvl5pPr>
            <a:lvl6pPr>
              <a:defRPr sz="3600">
                <a:solidFill>
                  <a:srgbClr val="000000"/>
                </a:solidFill>
                <a:latin typeface="Calibri Light"/>
                <a:ea typeface="Calibri Light"/>
                <a:cs typeface="Calibri Light"/>
              </a:defRPr>
            </a:lvl6pPr>
            <a:lvl7pPr>
              <a:defRPr sz="3600">
                <a:solidFill>
                  <a:srgbClr val="000000"/>
                </a:solidFill>
                <a:latin typeface="Calibri Light"/>
                <a:ea typeface="Calibri Light"/>
                <a:cs typeface="Calibri Light"/>
              </a:defRPr>
            </a:lvl7pPr>
            <a:lvl8pPr>
              <a:defRPr sz="3600">
                <a:solidFill>
                  <a:srgbClr val="000000"/>
                </a:solidFill>
                <a:latin typeface="Calibri Light"/>
                <a:ea typeface="Calibri Light"/>
                <a:cs typeface="Calibri Light"/>
              </a:defRPr>
            </a:lvl8pPr>
            <a:lvl9pPr>
              <a:defRPr sz="3600">
                <a:solidFill>
                  <a:srgbClr val="000000"/>
                </a:solidFill>
                <a:latin typeface="Calibri Light"/>
                <a:ea typeface="Calibri Light"/>
                <a:cs typeface="Calibri Light"/>
              </a:defRPr>
            </a:lvl9pPr>
          </a:lstStyle>
          <a:p xmlns:a="http://schemas.openxmlformats.org/drawingml/2006/main">
            <a:pPr>
              <a:defRPr sz="3600">
                <a:solidFill>
                  <a:srgbClr val="000000"/>
                </a:solidFill>
                <a:latin typeface="Calibri Light"/>
                <a:ea typeface="Calibri Light"/>
                <a:cs typeface="Calibri Light"/>
              </a:defRPr>
            </a:pPr>
            <a:r>
              <a:rPr sz="3600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Comparison table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74A59F-E83A-4305-8710-012D0E351773}"/>
              </a:ext>
            </a:extLst>
          </p:cNvPr>
          <p:cNvGraphicFramePr/>
          <p:nvPr/>
        </p:nvGraphicFramePr>
        <p:xfrm>
          <a:off xmlns:a="http://schemas.openxmlformats.org/drawingml/2006/main" x="1381125" y="1381125"/>
          <a:ext xmlns:a="http://schemas.openxmlformats.org/drawingml/2006/main" cx="9810750" cy="4095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3619500"/>
                <a:gridCol w="3619500"/>
              </a:tblGrid>
              <a:tr h="819150">
                <a:tc>
                  <a:txBody>
                    <a:bodyPr lIns="95250" tIns="66675" rIns="95250" bIns="66675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Dimension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9B9B9"/>
                      </a:solidFill>
                      <a:prstDash val="solid"/>
                    </a:lnL>
                    <a:lnR w="9525">
                      <a:solidFill>
                        <a:srgbClr val="B9B9B9"/>
                      </a:solidFill>
                      <a:prstDash val="solid"/>
                    </a:lnR>
                    <a:lnT w="9525">
                      <a:solidFill>
                        <a:srgbClr val="B9B9B9"/>
                      </a:solidFill>
                      <a:prstDash val="solid"/>
                    </a:lnT>
                    <a:lnB w="9525">
                      <a:solidFill>
                        <a:srgbClr val="B9B9B9"/>
                      </a:solidFill>
                      <a:prstDash val="solid"/>
                    </a:lnB>
                    <a:solidFill>
                      <a:srgbClr val="06483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Option A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9B9B9"/>
                      </a:solidFill>
                      <a:prstDash val="solid"/>
                    </a:lnR>
                    <a:lnT w="9525">
                      <a:solidFill>
                        <a:srgbClr val="B9B9B9"/>
                      </a:solidFill>
                      <a:prstDash val="solid"/>
                    </a:lnT>
                    <a:lnB w="9525">
                      <a:solidFill>
                        <a:srgbClr val="B9B9B9"/>
                      </a:solidFill>
                      <a:prstDash val="solid"/>
                    </a:lnB>
                    <a:solidFill>
                      <a:srgbClr val="06483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Option B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9B9B9"/>
                      </a:solidFill>
                      <a:prstDash val="solid"/>
                    </a:lnR>
                    <a:lnT w="9525">
                      <a:solidFill>
                        <a:srgbClr val="B9B9B9"/>
                      </a:solidFill>
                      <a:prstDash val="solid"/>
                    </a:lnT>
                    <a:lnB w="9525">
                      <a:solidFill>
                        <a:srgbClr val="B9B9B9"/>
                      </a:solidFill>
                      <a:prstDash val="solid"/>
                    </a:lnB>
                    <a:solidFill>
                      <a:srgbClr val="064834"/>
                    </a:solidFill>
                  </a:tcPr>
                </a:tc>
              </a:tr>
              <a:tr h="819150">
                <a:tc>
                  <a:txBody>
                    <a:bodyPr lIns="95250" tIns="66675" rIns="95250" bIns="66675"/>
                    <a:lstStyle/>
                    <a:p>
                      <a:r>
                        <a:rPr sz="165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Best use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9B9B9"/>
                      </a:solidFill>
                      <a:prstDash val="solid"/>
                    </a:lnL>
                    <a:lnR w="9525">
                      <a:solidFill>
                        <a:srgbClr val="B9B9B9"/>
                      </a:solidFill>
                      <a:prstDash val="solid"/>
                    </a:lnR>
                    <a:lnB w="9525">
                      <a:solidFill>
                        <a:srgbClr val="B9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650" b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Short, focused tasks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9B9B9"/>
                      </a:solidFill>
                      <a:prstDash val="solid"/>
                    </a:lnR>
                    <a:lnB w="9525">
                      <a:solidFill>
                        <a:srgbClr val="B9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650" b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Complex or extended work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9B9B9"/>
                      </a:solidFill>
                      <a:prstDash val="solid"/>
                    </a:lnR>
                    <a:lnB w="9525">
                      <a:solidFill>
                        <a:srgbClr val="B9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19150">
                <a:tc>
                  <a:txBody>
                    <a:bodyPr lIns="95250" tIns="66675" rIns="95250" bIns="66675"/>
                    <a:lstStyle/>
                    <a:p>
                      <a:r>
                        <a:rPr sz="165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Setup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9B9B9"/>
                      </a:solidFill>
                      <a:prstDash val="solid"/>
                    </a:lnL>
                    <a:lnR w="9525">
                      <a:solidFill>
                        <a:srgbClr val="B9B9B9"/>
                      </a:solidFill>
                      <a:prstDash val="solid"/>
                    </a:lnR>
                    <a:lnB w="9525">
                      <a:solidFill>
                        <a:srgbClr val="B9B9B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650" b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Minimal preparation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9B9B9"/>
                      </a:solidFill>
                      <a:prstDash val="solid"/>
                    </a:lnR>
                    <a:lnB w="9525">
                      <a:solidFill>
                        <a:srgbClr val="B9B9B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650" b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More context required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9B9B9"/>
                      </a:solidFill>
                      <a:prstDash val="solid"/>
                    </a:lnR>
                    <a:lnB w="9525">
                      <a:solidFill>
                        <a:srgbClr val="B9B9B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819150">
                <a:tc>
                  <a:txBody>
                    <a:bodyPr lIns="95250" tIns="66675" rIns="95250" bIns="66675"/>
                    <a:lstStyle/>
                    <a:p>
                      <a:r>
                        <a:rPr sz="165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Strength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9B9B9"/>
                      </a:solidFill>
                      <a:prstDash val="solid"/>
                    </a:lnL>
                    <a:lnR w="9525">
                      <a:solidFill>
                        <a:srgbClr val="B9B9B9"/>
                      </a:solidFill>
                      <a:prstDash val="solid"/>
                    </a:lnR>
                    <a:lnB w="9525">
                      <a:solidFill>
                        <a:srgbClr val="B9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650" b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Fast and simple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9B9B9"/>
                      </a:solidFill>
                      <a:prstDash val="solid"/>
                    </a:lnR>
                    <a:lnB w="9525">
                      <a:solidFill>
                        <a:srgbClr val="B9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650" b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Detailed and adaptable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9B9B9"/>
                      </a:solidFill>
                      <a:prstDash val="solid"/>
                    </a:lnR>
                    <a:lnB w="9525">
                      <a:solidFill>
                        <a:srgbClr val="B9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19150">
                <a:tc>
                  <a:txBody>
                    <a:bodyPr lIns="95250" tIns="66675" rIns="95250" bIns="66675"/>
                    <a:lstStyle/>
                    <a:p>
                      <a:r>
                        <a:rPr sz="165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Tradeoff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9B9B9"/>
                      </a:solidFill>
                      <a:prstDash val="solid"/>
                    </a:lnL>
                    <a:lnR w="9525">
                      <a:solidFill>
                        <a:srgbClr val="B9B9B9"/>
                      </a:solidFill>
                      <a:prstDash val="solid"/>
                    </a:lnR>
                    <a:lnB w="9525">
                      <a:solidFill>
                        <a:srgbClr val="B9B9B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650" b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Less depth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9B9B9"/>
                      </a:solidFill>
                      <a:prstDash val="solid"/>
                    </a:lnR>
                    <a:lnB w="9525">
                      <a:solidFill>
                        <a:srgbClr val="B9B9B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650" b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More time and oversight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9B9B9"/>
                      </a:solidFill>
                      <a:prstDash val="solid"/>
                    </a:lnR>
                    <a:lnB w="9525">
                      <a:solidFill>
                        <a:srgbClr val="B9B9B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8978035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ample-title">
            <a:extLst xmlns:a="http://schemas.openxmlformats.org/drawingml/2006/main">
              <a:ext uri="{FF2B5EF4-FFF2-40B4-BE49-F238E27FC236}">
                <a16:creationId xmlns:a16="http://schemas.microsoft.com/office/drawing/2014/main" id="{EACEE06A-BAEF-4A0F-98FC-91DD464EA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1038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3600">
                <a:solidFill>
                  <a:srgbClr val="000000"/>
                </a:solidFill>
                <a:latin typeface="Calibri Light"/>
                <a:ea typeface="Calibri Light"/>
                <a:cs typeface="Calibri Light"/>
              </a:defRPr>
            </a:defPPr>
            <a:lvl1pPr>
              <a:defRPr sz="3600">
                <a:solidFill>
                  <a:srgbClr val="000000"/>
                </a:solidFill>
                <a:latin typeface="Calibri Light"/>
                <a:ea typeface="Calibri Light"/>
                <a:cs typeface="Calibri Light"/>
              </a:defRPr>
            </a:lvl1pPr>
            <a:lvl2pPr>
              <a:defRPr sz="3600">
                <a:solidFill>
                  <a:srgbClr val="000000"/>
                </a:solidFill>
                <a:latin typeface="Calibri Light"/>
                <a:ea typeface="Calibri Light"/>
                <a:cs typeface="Calibri Light"/>
              </a:defRPr>
            </a:lvl2pPr>
            <a:lvl3pPr>
              <a:defRPr sz="3600">
                <a:solidFill>
                  <a:srgbClr val="000000"/>
                </a:solidFill>
                <a:latin typeface="Calibri Light"/>
                <a:ea typeface="Calibri Light"/>
                <a:cs typeface="Calibri Light"/>
              </a:defRPr>
            </a:lvl3pPr>
            <a:lvl4pPr>
              <a:defRPr sz="3600">
                <a:solidFill>
                  <a:srgbClr val="000000"/>
                </a:solidFill>
                <a:latin typeface="Calibri Light"/>
                <a:ea typeface="Calibri Light"/>
                <a:cs typeface="Calibri Light"/>
              </a:defRPr>
            </a:lvl4pPr>
            <a:lvl5pPr>
              <a:defRPr sz="3600">
                <a:solidFill>
                  <a:srgbClr val="000000"/>
                </a:solidFill>
                <a:latin typeface="Calibri Light"/>
                <a:ea typeface="Calibri Light"/>
                <a:cs typeface="Calibri Light"/>
              </a:defRPr>
            </a:lvl5pPr>
            <a:lvl6pPr>
              <a:defRPr sz="3600">
                <a:solidFill>
                  <a:srgbClr val="000000"/>
                </a:solidFill>
                <a:latin typeface="Calibri Light"/>
                <a:ea typeface="Calibri Light"/>
                <a:cs typeface="Calibri Light"/>
              </a:defRPr>
            </a:lvl6pPr>
            <a:lvl7pPr>
              <a:defRPr sz="3600">
                <a:solidFill>
                  <a:srgbClr val="000000"/>
                </a:solidFill>
                <a:latin typeface="Calibri Light"/>
                <a:ea typeface="Calibri Light"/>
                <a:cs typeface="Calibri Light"/>
              </a:defRPr>
            </a:lvl7pPr>
            <a:lvl8pPr>
              <a:defRPr sz="3600">
                <a:solidFill>
                  <a:srgbClr val="000000"/>
                </a:solidFill>
                <a:latin typeface="Calibri Light"/>
                <a:ea typeface="Calibri Light"/>
                <a:cs typeface="Calibri Light"/>
              </a:defRPr>
            </a:lvl8pPr>
            <a:lvl9pPr>
              <a:defRPr sz="3600">
                <a:solidFill>
                  <a:srgbClr val="000000"/>
                </a:solidFill>
                <a:latin typeface="Calibri Light"/>
                <a:ea typeface="Calibri Light"/>
                <a:cs typeface="Calibri Light"/>
              </a:defRPr>
            </a:lvl9pPr>
          </a:lstStyle>
          <a:p xmlns:a="http://schemas.openxmlformats.org/drawingml/2006/main">
            <a:pPr>
              <a:defRPr sz="3600">
                <a:solidFill>
                  <a:srgbClr val="000000"/>
                </a:solidFill>
                <a:latin typeface="Calibri Light"/>
                <a:ea typeface="Calibri Light"/>
                <a:cs typeface="Calibri Light"/>
              </a:defRPr>
            </a:pPr>
            <a:r>
              <a:rPr sz="3600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Data or worked example</a:t>
            </a:r>
          </a:p>
        </p:txBody>
      </p:sp>
      <p:graphicFrame>
        <p:nvGraphicFramePr>
          <p:cNvPr id="2" name="Chart">
            <a:extLst xmlns:a="http://schemas.openxmlformats.org/drawingml/2006/main">
              <a:ext uri="{FF2B5EF4-FFF2-40B4-BE49-F238E27FC236}">
                <a16:creationId xmlns:a16="http://schemas.microsoft.com/office/drawing/2014/main" id="{1C8D9EE6-9B31-47F4-94E7-FE119ED34253}"/>
              </a:ext>
            </a:extLst>
          </p:cNvPr>
          <p:cNvGraphicFramePr/>
          <p:nvPr/>
        </p:nvGraphicFramePr>
        <p:xfrm>
          <a:off xmlns:a="http://schemas.openxmlformats.org/drawingml/2006/main" x="1333500" y="1381125"/>
          <a:ext xmlns:a="http://schemas.openxmlformats.org/drawingml/2006/main" cx="666750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a5aa15a0fdf43ee"/>
          </a:graphicData>
        </a:graphic>
      </p:graphicFrame>
      <p:sp>
        <p:nvSpPr>
          <p:cNvPr id="3" name="chart-interpretation-heading">
            <a:extLst xmlns:a="http://schemas.openxmlformats.org/drawingml/2006/main">
              <a:ext uri="{FF2B5EF4-FFF2-40B4-BE49-F238E27FC236}">
                <a16:creationId xmlns:a16="http://schemas.microsoft.com/office/drawing/2014/main" id="{E83CB199-6592-4706-ADB0-1AC6F0A96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63830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325" b="1">
                <a:solidFill>
                  <a:srgbClr val="064834"/>
                </a:solidFill>
                <a:latin typeface="Calibri"/>
                <a:ea typeface="Calibri"/>
                <a:cs typeface="Calibri"/>
              </a:defRPr>
            </a:defPPr>
            <a:lvl1pPr>
              <a:defRPr sz="2325" b="1">
                <a:solidFill>
                  <a:srgbClr val="064834"/>
                </a:solidFill>
                <a:latin typeface="Calibri"/>
                <a:ea typeface="Calibri"/>
                <a:cs typeface="Calibri"/>
              </a:defRPr>
            </a:lvl1pPr>
            <a:lvl2pPr>
              <a:defRPr sz="2325" b="1">
                <a:solidFill>
                  <a:srgbClr val="064834"/>
                </a:solidFill>
                <a:latin typeface="Calibri"/>
                <a:ea typeface="Calibri"/>
                <a:cs typeface="Calibri"/>
              </a:defRPr>
            </a:lvl2pPr>
            <a:lvl3pPr>
              <a:defRPr sz="2325" b="1">
                <a:solidFill>
                  <a:srgbClr val="064834"/>
                </a:solidFill>
                <a:latin typeface="Calibri"/>
                <a:ea typeface="Calibri"/>
                <a:cs typeface="Calibri"/>
              </a:defRPr>
            </a:lvl3pPr>
            <a:lvl4pPr>
              <a:defRPr sz="2325" b="1">
                <a:solidFill>
                  <a:srgbClr val="064834"/>
                </a:solidFill>
                <a:latin typeface="Calibri"/>
                <a:ea typeface="Calibri"/>
                <a:cs typeface="Calibri"/>
              </a:defRPr>
            </a:lvl4pPr>
            <a:lvl5pPr>
              <a:defRPr sz="2325" b="1">
                <a:solidFill>
                  <a:srgbClr val="064834"/>
                </a:solidFill>
                <a:latin typeface="Calibri"/>
                <a:ea typeface="Calibri"/>
                <a:cs typeface="Calibri"/>
              </a:defRPr>
            </a:lvl5pPr>
            <a:lvl6pPr>
              <a:defRPr sz="2325" b="1">
                <a:solidFill>
                  <a:srgbClr val="064834"/>
                </a:solidFill>
                <a:latin typeface="Calibri"/>
                <a:ea typeface="Calibri"/>
                <a:cs typeface="Calibri"/>
              </a:defRPr>
            </a:lvl6pPr>
            <a:lvl7pPr>
              <a:defRPr sz="2325" b="1">
                <a:solidFill>
                  <a:srgbClr val="064834"/>
                </a:solidFill>
                <a:latin typeface="Calibri"/>
                <a:ea typeface="Calibri"/>
                <a:cs typeface="Calibri"/>
              </a:defRPr>
            </a:lvl7pPr>
            <a:lvl8pPr>
              <a:defRPr sz="2325" b="1">
                <a:solidFill>
                  <a:srgbClr val="064834"/>
                </a:solidFill>
                <a:latin typeface="Calibri"/>
                <a:ea typeface="Calibri"/>
                <a:cs typeface="Calibri"/>
              </a:defRPr>
            </a:lvl8pPr>
            <a:lvl9pPr>
              <a:defRPr sz="2325" b="1">
                <a:solidFill>
                  <a:srgbClr val="064834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064834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064834"/>
                </a:solidFill>
                <a:latin typeface="Calibri"/>
                <a:ea typeface="Calibri"/>
                <a:cs typeface="Calibri"/>
              </a:rPr>
              <a:t>Interpretation</a:t>
            </a:r>
          </a:p>
        </p:txBody>
      </p:sp>
      <p:sp>
        <p:nvSpPr>
          <p:cNvPr id="4" name="chart-interpretation-bullets">
            <a:extLst xmlns:a="http://schemas.openxmlformats.org/drawingml/2006/main">
              <a:ext uri="{FF2B5EF4-FFF2-40B4-BE49-F238E27FC236}">
                <a16:creationId xmlns:a16="http://schemas.microsoft.com/office/drawing/2014/main" id="{EE54F613-288D-4712-86E6-6B5E22983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28875"/>
            <a:ext cx="2667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  <a:lvl1pPr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1pPr>
            <a:lvl2pPr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2pPr>
            <a:lvl3pPr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3pPr>
            <a:lvl4pPr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4pPr>
            <a:lvl5pPr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5pPr>
            <a:lvl6pPr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6pPr>
            <a:lvl7pPr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7pPr>
            <a:lvl8pPr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8pPr>
            <a:lvl9pPr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254000" indent="-127000">
              <a:spcAft>
                <a:spcPts val="1400"/>
              </a:spcAft>
              <a:buChar char="•"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State the main pattern</a:t>
            </a:r>
          </a:p>
          <a:p xmlns:a="http://schemas.openxmlformats.org/drawingml/2006/main">
            <a:pPr marL="254000" indent="-127000">
              <a:spcAft>
                <a:spcPts val="1400"/>
              </a:spcAft>
              <a:buChar char="•"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Explain why it matters</a:t>
            </a:r>
          </a:p>
          <a:p xmlns:a="http://schemas.openxmlformats.org/drawingml/2006/main">
            <a:pPr marL="254000" indent="-127000">
              <a:spcAft>
                <a:spcPts val="1400"/>
              </a:spcAft>
              <a:buChar char="•"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Label assumptions clearly</a:t>
            </a:r>
          </a:p>
        </p:txBody>
      </p:sp>
      <p:sp>
        <p:nvSpPr>
          <p:cNvPr id="5" name="chart-disclaimer">
            <a:extLst xmlns:a="http://schemas.openxmlformats.org/drawingml/2006/main">
              <a:ext uri="{FF2B5EF4-FFF2-40B4-BE49-F238E27FC236}">
                <a16:creationId xmlns:a16="http://schemas.microsoft.com/office/drawing/2014/main" id="{D3D27592-95B0-467A-9B2B-34860B102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667375"/>
            <a:ext cx="657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i="1">
                <a:solidFill>
                  <a:srgbClr val="7F7F7F"/>
                </a:solidFill>
                <a:latin typeface="Calibri"/>
                <a:ea typeface="Calibri"/>
                <a:cs typeface="Calibri"/>
              </a:defRPr>
            </a:defPPr>
            <a:lvl1pPr>
              <a:defRPr sz="1350" i="1">
                <a:solidFill>
                  <a:srgbClr val="7F7F7F"/>
                </a:solidFill>
                <a:latin typeface="Calibri"/>
                <a:ea typeface="Calibri"/>
                <a:cs typeface="Calibri"/>
              </a:defRPr>
            </a:lvl1pPr>
            <a:lvl2pPr>
              <a:defRPr sz="1350" i="1">
                <a:solidFill>
                  <a:srgbClr val="7F7F7F"/>
                </a:solidFill>
                <a:latin typeface="Calibri"/>
                <a:ea typeface="Calibri"/>
                <a:cs typeface="Calibri"/>
              </a:defRPr>
            </a:lvl2pPr>
            <a:lvl3pPr>
              <a:defRPr sz="1350" i="1">
                <a:solidFill>
                  <a:srgbClr val="7F7F7F"/>
                </a:solidFill>
                <a:latin typeface="Calibri"/>
                <a:ea typeface="Calibri"/>
                <a:cs typeface="Calibri"/>
              </a:defRPr>
            </a:lvl3pPr>
            <a:lvl4pPr>
              <a:defRPr sz="1350" i="1">
                <a:solidFill>
                  <a:srgbClr val="7F7F7F"/>
                </a:solidFill>
                <a:latin typeface="Calibri"/>
                <a:ea typeface="Calibri"/>
                <a:cs typeface="Calibri"/>
              </a:defRPr>
            </a:lvl4pPr>
            <a:lvl5pPr>
              <a:defRPr sz="1350" i="1">
                <a:solidFill>
                  <a:srgbClr val="7F7F7F"/>
                </a:solidFill>
                <a:latin typeface="Calibri"/>
                <a:ea typeface="Calibri"/>
                <a:cs typeface="Calibri"/>
              </a:defRPr>
            </a:lvl5pPr>
            <a:lvl6pPr>
              <a:defRPr sz="1350" i="1">
                <a:solidFill>
                  <a:srgbClr val="7F7F7F"/>
                </a:solidFill>
                <a:latin typeface="Calibri"/>
                <a:ea typeface="Calibri"/>
                <a:cs typeface="Calibri"/>
              </a:defRPr>
            </a:lvl6pPr>
            <a:lvl7pPr>
              <a:defRPr sz="1350" i="1">
                <a:solidFill>
                  <a:srgbClr val="7F7F7F"/>
                </a:solidFill>
                <a:latin typeface="Calibri"/>
                <a:ea typeface="Calibri"/>
                <a:cs typeface="Calibri"/>
              </a:defRPr>
            </a:lvl7pPr>
            <a:lvl8pPr>
              <a:defRPr sz="1350" i="1">
                <a:solidFill>
                  <a:srgbClr val="7F7F7F"/>
                </a:solidFill>
                <a:latin typeface="Calibri"/>
                <a:ea typeface="Calibri"/>
                <a:cs typeface="Calibri"/>
              </a:defRPr>
            </a:lvl8pPr>
            <a:lvl9pPr>
              <a:defRPr sz="1350" i="1">
                <a:solidFill>
                  <a:srgbClr val="7F7F7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350" i="1">
                <a:solidFill>
                  <a:srgbClr val="7F7F7F"/>
                </a:solidFill>
                <a:latin typeface="Calibri"/>
                <a:ea typeface="Calibri"/>
                <a:cs typeface="Calibri"/>
              </a:defRPr>
            </a:pPr>
            <a:r>
              <a:rPr sz="1350" i="1">
                <a:solidFill>
                  <a:srgbClr val="7F7F7F"/>
                </a:solidFill>
                <a:latin typeface="Calibri"/>
                <a:ea typeface="Calibri"/>
                <a:cs typeface="Calibri"/>
              </a:rPr>
              <a:t>Illustrative data for template use</a:t>
            </a:r>
          </a:p>
        </p:txBody>
      </p:sp>
    </p:spTree>
    <p:extLst>
      <p:ext uri="{BB962C8B-B14F-4D97-AF65-F5344CB8AC3E}">
        <p14:creationId xmlns:p14="http://schemas.microsoft.com/office/powerpoint/2010/main" val="138052311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ample-title">
            <a:extLst xmlns:a="http://schemas.openxmlformats.org/drawingml/2006/main">
              <a:ext uri="{FF2B5EF4-FFF2-40B4-BE49-F238E27FC236}">
                <a16:creationId xmlns:a16="http://schemas.microsoft.com/office/drawing/2014/main" id="{F7E62D6A-A839-4D57-B90C-6EE57108B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1038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3600">
                <a:solidFill>
                  <a:srgbClr val="000000"/>
                </a:solidFill>
                <a:latin typeface="Calibri Light"/>
                <a:ea typeface="Calibri Light"/>
                <a:cs typeface="Calibri Light"/>
              </a:defRPr>
            </a:defPPr>
            <a:lvl1pPr>
              <a:defRPr sz="3600">
                <a:solidFill>
                  <a:srgbClr val="000000"/>
                </a:solidFill>
                <a:latin typeface="Calibri Light"/>
                <a:ea typeface="Calibri Light"/>
                <a:cs typeface="Calibri Light"/>
              </a:defRPr>
            </a:lvl1pPr>
            <a:lvl2pPr>
              <a:defRPr sz="3600">
                <a:solidFill>
                  <a:srgbClr val="000000"/>
                </a:solidFill>
                <a:latin typeface="Calibri Light"/>
                <a:ea typeface="Calibri Light"/>
                <a:cs typeface="Calibri Light"/>
              </a:defRPr>
            </a:lvl2pPr>
            <a:lvl3pPr>
              <a:defRPr sz="3600">
                <a:solidFill>
                  <a:srgbClr val="000000"/>
                </a:solidFill>
                <a:latin typeface="Calibri Light"/>
                <a:ea typeface="Calibri Light"/>
                <a:cs typeface="Calibri Light"/>
              </a:defRPr>
            </a:lvl3pPr>
            <a:lvl4pPr>
              <a:defRPr sz="3600">
                <a:solidFill>
                  <a:srgbClr val="000000"/>
                </a:solidFill>
                <a:latin typeface="Calibri Light"/>
                <a:ea typeface="Calibri Light"/>
                <a:cs typeface="Calibri Light"/>
              </a:defRPr>
            </a:lvl4pPr>
            <a:lvl5pPr>
              <a:defRPr sz="3600">
                <a:solidFill>
                  <a:srgbClr val="000000"/>
                </a:solidFill>
                <a:latin typeface="Calibri Light"/>
                <a:ea typeface="Calibri Light"/>
                <a:cs typeface="Calibri Light"/>
              </a:defRPr>
            </a:lvl5pPr>
            <a:lvl6pPr>
              <a:defRPr sz="3600">
                <a:solidFill>
                  <a:srgbClr val="000000"/>
                </a:solidFill>
                <a:latin typeface="Calibri Light"/>
                <a:ea typeface="Calibri Light"/>
                <a:cs typeface="Calibri Light"/>
              </a:defRPr>
            </a:lvl6pPr>
            <a:lvl7pPr>
              <a:defRPr sz="3600">
                <a:solidFill>
                  <a:srgbClr val="000000"/>
                </a:solidFill>
                <a:latin typeface="Calibri Light"/>
                <a:ea typeface="Calibri Light"/>
                <a:cs typeface="Calibri Light"/>
              </a:defRPr>
            </a:lvl7pPr>
            <a:lvl8pPr>
              <a:defRPr sz="3600">
                <a:solidFill>
                  <a:srgbClr val="000000"/>
                </a:solidFill>
                <a:latin typeface="Calibri Light"/>
                <a:ea typeface="Calibri Light"/>
                <a:cs typeface="Calibri Light"/>
              </a:defRPr>
            </a:lvl8pPr>
            <a:lvl9pPr>
              <a:defRPr sz="3600">
                <a:solidFill>
                  <a:srgbClr val="000000"/>
                </a:solidFill>
                <a:latin typeface="Calibri Light"/>
                <a:ea typeface="Calibri Light"/>
                <a:cs typeface="Calibri Light"/>
              </a:defRPr>
            </a:lvl9pPr>
          </a:lstStyle>
          <a:p xmlns:a="http://schemas.openxmlformats.org/drawingml/2006/main">
            <a:pPr>
              <a:defRPr sz="3600">
                <a:solidFill>
                  <a:srgbClr val="000000"/>
                </a:solidFill>
                <a:latin typeface="Calibri Light"/>
                <a:ea typeface="Calibri Light"/>
                <a:cs typeface="Calibri Light"/>
              </a:defRPr>
            </a:pPr>
            <a:r>
              <a:rPr sz="3600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Summary</a:t>
            </a:r>
          </a:p>
        </p:txBody>
      </p:sp>
      <p:sp>
        <p:nvSpPr>
          <p:cNvPr id="2" name="summary-introduction">
            <a:extLst xmlns:a="http://schemas.openxmlformats.org/drawingml/2006/main">
              <a:ext uri="{FF2B5EF4-FFF2-40B4-BE49-F238E27FC236}">
                <a16:creationId xmlns:a16="http://schemas.microsoft.com/office/drawing/2014/main" id="{DC86D792-651B-40D7-A480-11BDDB2CA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285875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>
                <a:solidFill>
                  <a:srgbClr val="7F7F7F"/>
                </a:solidFill>
                <a:latin typeface="Calibri"/>
                <a:ea typeface="Calibri"/>
                <a:cs typeface="Calibri"/>
              </a:defRPr>
            </a:defPPr>
            <a:lvl1pPr>
              <a:defRPr sz="2100">
                <a:solidFill>
                  <a:srgbClr val="7F7F7F"/>
                </a:solidFill>
                <a:latin typeface="Calibri"/>
                <a:ea typeface="Calibri"/>
                <a:cs typeface="Calibri"/>
              </a:defRPr>
            </a:lvl1pPr>
            <a:lvl2pPr>
              <a:defRPr sz="2100">
                <a:solidFill>
                  <a:srgbClr val="7F7F7F"/>
                </a:solidFill>
                <a:latin typeface="Calibri"/>
                <a:ea typeface="Calibri"/>
                <a:cs typeface="Calibri"/>
              </a:defRPr>
            </a:lvl2pPr>
            <a:lvl3pPr>
              <a:defRPr sz="2100">
                <a:solidFill>
                  <a:srgbClr val="7F7F7F"/>
                </a:solidFill>
                <a:latin typeface="Calibri"/>
                <a:ea typeface="Calibri"/>
                <a:cs typeface="Calibri"/>
              </a:defRPr>
            </a:lvl3pPr>
            <a:lvl4pPr>
              <a:defRPr sz="2100">
                <a:solidFill>
                  <a:srgbClr val="7F7F7F"/>
                </a:solidFill>
                <a:latin typeface="Calibri"/>
                <a:ea typeface="Calibri"/>
                <a:cs typeface="Calibri"/>
              </a:defRPr>
            </a:lvl4pPr>
            <a:lvl5pPr>
              <a:defRPr sz="2100">
                <a:solidFill>
                  <a:srgbClr val="7F7F7F"/>
                </a:solidFill>
                <a:latin typeface="Calibri"/>
                <a:ea typeface="Calibri"/>
                <a:cs typeface="Calibri"/>
              </a:defRPr>
            </a:lvl5pPr>
            <a:lvl6pPr>
              <a:defRPr sz="2100">
                <a:solidFill>
                  <a:srgbClr val="7F7F7F"/>
                </a:solidFill>
                <a:latin typeface="Calibri"/>
                <a:ea typeface="Calibri"/>
                <a:cs typeface="Calibri"/>
              </a:defRPr>
            </a:lvl6pPr>
            <a:lvl7pPr>
              <a:defRPr sz="2100">
                <a:solidFill>
                  <a:srgbClr val="7F7F7F"/>
                </a:solidFill>
                <a:latin typeface="Calibri"/>
                <a:ea typeface="Calibri"/>
                <a:cs typeface="Calibri"/>
              </a:defRPr>
            </a:lvl7pPr>
            <a:lvl8pPr>
              <a:defRPr sz="2100">
                <a:solidFill>
                  <a:srgbClr val="7F7F7F"/>
                </a:solidFill>
                <a:latin typeface="Calibri"/>
                <a:ea typeface="Calibri"/>
                <a:cs typeface="Calibri"/>
              </a:defRPr>
            </a:lvl8pPr>
            <a:lvl9pPr>
              <a:defRPr sz="2100">
                <a:solidFill>
                  <a:srgbClr val="7F7F7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100">
                <a:solidFill>
                  <a:srgbClr val="7F7F7F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7F7F7F"/>
                </a:solidFill>
                <a:latin typeface="Calibri"/>
                <a:ea typeface="Calibri"/>
                <a:cs typeface="Calibri"/>
              </a:rPr>
              <a:t>Use a conclusion slide only when synthesis helps the audience.</a:t>
            </a:r>
          </a:p>
        </p:txBody>
      </p:sp>
      <p:sp>
        <p:nvSpPr>
          <p:cNvPr id="3" name="summary-number-1">
            <a:extLst xmlns:a="http://schemas.openxmlformats.org/drawingml/2006/main">
              <a:ext uri="{FF2B5EF4-FFF2-40B4-BE49-F238E27FC236}">
                <a16:creationId xmlns:a16="http://schemas.microsoft.com/office/drawing/2014/main" id="{109F685C-807D-40D3-971D-9ACE38A7F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1431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483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20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20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20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20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20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20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20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20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20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4" name="summary-text-1">
            <a:extLst xmlns:a="http://schemas.openxmlformats.org/drawingml/2006/main">
              <a:ext uri="{FF2B5EF4-FFF2-40B4-BE49-F238E27FC236}">
                <a16:creationId xmlns:a16="http://schemas.microsoft.com/office/drawing/2014/main" id="{043828C8-B7AD-4DF1-860B-B154CE202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114550"/>
            <a:ext cx="809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3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  <a:lvl1pPr>
              <a:defRPr sz="23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1pPr>
            <a:lvl2pPr>
              <a:defRPr sz="23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2pPr>
            <a:lvl3pPr>
              <a:defRPr sz="23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3pPr>
            <a:lvl4pPr>
              <a:defRPr sz="23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4pPr>
            <a:lvl5pPr>
              <a:defRPr sz="23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5pPr>
            <a:lvl6pPr>
              <a:defRPr sz="23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6pPr>
            <a:lvl7pPr>
              <a:defRPr sz="23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7pPr>
            <a:lvl8pPr>
              <a:defRPr sz="23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8pPr>
            <a:lvl9pPr>
              <a:defRPr sz="23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3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32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Restate the central idea in direct language</a:t>
            </a:r>
          </a:p>
        </p:txBody>
      </p:sp>
      <p:sp>
        <p:nvSpPr>
          <p:cNvPr id="5" name="summary-number-2">
            <a:extLst xmlns:a="http://schemas.openxmlformats.org/drawingml/2006/main">
              <a:ext uri="{FF2B5EF4-FFF2-40B4-BE49-F238E27FC236}">
                <a16:creationId xmlns:a16="http://schemas.microsoft.com/office/drawing/2014/main" id="{4B99C355-00ED-4352-8DF9-A4B9A9AB4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2861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B2B8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20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20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20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20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20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20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20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20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20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6" name="summary-text-2">
            <a:extLst xmlns:a="http://schemas.openxmlformats.org/drawingml/2006/main">
              <a:ext uri="{FF2B5EF4-FFF2-40B4-BE49-F238E27FC236}">
                <a16:creationId xmlns:a16="http://schemas.microsoft.com/office/drawing/2014/main" id="{A1622099-61BB-49BE-808F-979590B1E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257550"/>
            <a:ext cx="809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3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  <a:lvl1pPr>
              <a:defRPr sz="23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1pPr>
            <a:lvl2pPr>
              <a:defRPr sz="23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2pPr>
            <a:lvl3pPr>
              <a:defRPr sz="23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3pPr>
            <a:lvl4pPr>
              <a:defRPr sz="23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4pPr>
            <a:lvl5pPr>
              <a:defRPr sz="23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5pPr>
            <a:lvl6pPr>
              <a:defRPr sz="23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6pPr>
            <a:lvl7pPr>
              <a:defRPr sz="23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7pPr>
            <a:lvl8pPr>
              <a:defRPr sz="23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8pPr>
            <a:lvl9pPr>
              <a:defRPr sz="23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3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32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Connect the most important supporting points</a:t>
            </a:r>
          </a:p>
        </p:txBody>
      </p:sp>
      <p:sp>
        <p:nvSpPr>
          <p:cNvPr id="7" name="summary-number-3">
            <a:extLst xmlns:a="http://schemas.openxmlformats.org/drawingml/2006/main">
              <a:ext uri="{FF2B5EF4-FFF2-40B4-BE49-F238E27FC236}">
                <a16:creationId xmlns:a16="http://schemas.microsoft.com/office/drawing/2014/main" id="{C85A5A1A-8CF3-40C3-B2C4-F6BEA70E8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291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483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20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20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20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20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20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20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20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20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20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8" name="summary-text-3">
            <a:extLst xmlns:a="http://schemas.openxmlformats.org/drawingml/2006/main">
              <a:ext uri="{FF2B5EF4-FFF2-40B4-BE49-F238E27FC236}">
                <a16:creationId xmlns:a16="http://schemas.microsoft.com/office/drawing/2014/main" id="{2B543385-EA4D-4017-BDE7-E593EF732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4400550"/>
            <a:ext cx="809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3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  <a:lvl1pPr>
              <a:defRPr sz="23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1pPr>
            <a:lvl2pPr>
              <a:defRPr sz="23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2pPr>
            <a:lvl3pPr>
              <a:defRPr sz="23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3pPr>
            <a:lvl4pPr>
              <a:defRPr sz="23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4pPr>
            <a:lvl5pPr>
              <a:defRPr sz="23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5pPr>
            <a:lvl6pPr>
              <a:defRPr sz="23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6pPr>
            <a:lvl7pPr>
              <a:defRPr sz="23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7pPr>
            <a:lvl8pPr>
              <a:defRPr sz="23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8pPr>
            <a:lvl9pPr>
              <a:defRPr sz="23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3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32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End with the practical implication or next action</a:t>
            </a:r>
          </a:p>
        </p:txBody>
      </p:sp>
    </p:spTree>
    <p:extLst>
      <p:ext uri="{BB962C8B-B14F-4D97-AF65-F5344CB8AC3E}">
        <p14:creationId xmlns:p14="http://schemas.microsoft.com/office/powerpoint/2010/main" val="834306425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2026-10-21T18:25:07.2040000Z</dcterms:created>
  <dcterms:modified xsi:type="dcterms:W3CDTF">2026-10-21T18:25:07.2040000Z</dcterms:modified>
</coreProperties>
</file>